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Default Extension="bmp" ContentType="image/bmp"/>
  <Override PartName="/ppt/slides/slide31.xml" ContentType="application/vnd.openxmlformats-officedocument.presentationml.slide+xml"/>
  <Override PartName="/ppt/presentation.xml" ContentType="application/vnd.openxmlformats-officedocument.presentationml.presentation.main+xml"/>
  <Override PartName="/ppt/slides/slide39.xml" ContentType="application/vnd.openxmlformats-officedocument.presentationml.slide+xml"/>
  <Override PartName="/ppt/slideMasters/slideMaster6.xml" ContentType="application/vnd.openxmlformats-officedocument.presentationml.slideMaster+xml"/>
  <Override PartName="/ppt/notesSlides/notesSlide8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notesSlides/notesSlide9.xml" ContentType="application/vnd.openxmlformats-officedocument.presentationml.notesSlide+xml"/>
  <Override PartName="/ppt/slideMasters/slideMaster7.xml" ContentType="application/vnd.openxmlformats-officedocument.presentationml.slideMaster+xml"/>
  <Override PartName="/ppt/slides/slide38.xml" ContentType="application/vnd.openxmlformats-officedocument.presentationml.slide+xml"/>
  <Override PartName="/ppt/slides/slide21.xml" ContentType="application/vnd.openxmlformats-officedocument.presentationml.slide+xml"/>
  <Override PartName="/ppt/slides/slide1.xml" ContentType="application/vnd.openxmlformats-officedocument.presentationml.slide+xml"/>
  <Override PartName="/ppt/slides/slide50.xml" ContentType="application/vnd.openxmlformats-officedocument.presentationml.slide+xml"/>
  <Override PartName="/ppt/slides/slide53.xml" ContentType="application/vnd.openxmlformats-officedocument.presentationml.slide+xml"/>
  <Override PartName="/ppt/slides/slide2.xml" ContentType="application/vnd.openxmlformats-officedocument.presentationml.slide+xml"/>
  <Override PartName="/ppt/slides/slide22.xml" ContentType="application/vnd.openxmlformats-officedocument.presentationml.slide+xml"/>
  <Override PartName="/ppt/slides/slide52.xml" ContentType="application/vnd.openxmlformats-officedocument.presentationml.slide+xml"/>
  <Override PartName="/ppt/slides/slide3.xml" ContentType="application/vnd.openxmlformats-officedocument.presentationml.slide+xml"/>
  <Override PartName="/ppt/slides/slide23.xml" ContentType="application/vnd.openxmlformats-officedocument.presentationml.slide+xml"/>
  <Override PartName="/ppt/slides/slide55.xml" ContentType="application/vnd.openxmlformats-officedocument.presentationml.slide+xml"/>
  <Override PartName="/ppt/slides/slide4.xml" ContentType="application/vnd.openxmlformats-officedocument.presentationml.slide+xml"/>
  <Override PartName="/ppt/slides/slide24.xml" ContentType="application/vnd.openxmlformats-officedocument.presentationml.slide+xml"/>
  <Override PartName="/ppt/slides/slide54.xml" ContentType="application/vnd.openxmlformats-officedocument.presentationml.slide+xml"/>
  <Override PartName="/ppt/slides/slide5.xml" ContentType="application/vnd.openxmlformats-officedocument.presentationml.slide+xml"/>
  <Override PartName="/ppt/slides/slide25.xml" ContentType="application/vnd.openxmlformats-officedocument.presentationml.slide+xml"/>
  <Override PartName="/ppt/slides/slide57.xml" ContentType="application/vnd.openxmlformats-officedocument.presentationml.slide+xml"/>
  <Override PartName="/ppt/slides/slide6.xml" ContentType="application/vnd.openxmlformats-officedocument.presentationml.slide+xml"/>
  <Override PartName="/ppt/slides/slide26.xml" ContentType="application/vnd.openxmlformats-officedocument.presentationml.slide+xml"/>
  <Override PartName="/ppt/slides/slide56.xml" ContentType="application/vnd.openxmlformats-officedocument.presentationml.slide+xml"/>
  <Override PartName="/ppt/slides/slide7.xml" ContentType="application/vnd.openxmlformats-officedocument.presentationml.slide+xml"/>
  <Override PartName="/ppt/slides/slide27.xml" ContentType="application/vnd.openxmlformats-officedocument.presentationml.slide+xml"/>
  <Override PartName="/ppt/slides/slide59.xml" ContentType="application/vnd.openxmlformats-officedocument.presentationml.slide+xml"/>
  <Override PartName="/ppt/slides/slide8.xml" ContentType="application/vnd.openxmlformats-officedocument.presentationml.slide+xml"/>
  <Override PartName="/ppt/slides/slide28.xml" ContentType="application/vnd.openxmlformats-officedocument.presentationml.slide+xml"/>
  <Override PartName="/ppt/slides/slide58.xml" ContentType="application/vnd.openxmlformats-officedocument.presentationml.slide+xml"/>
  <Override PartName="/ppt/slides/slide9.xml" ContentType="application/vnd.openxmlformats-officedocument.presentationml.slide+xml"/>
  <Override PartName="/ppt/slides/slide29.xml" ContentType="application/vnd.openxmlformats-officedocument.presentationml.slide+xml"/>
  <Override PartName="/ppt/slides/slide10.xml" ContentType="application/vnd.openxmlformats-officedocument.presentationml.slide+xml"/>
  <Override PartName="/ppt/slides/slide43.xml" ContentType="application/vnd.openxmlformats-officedocument.presentationml.slide+xml"/>
  <Override PartName="/ppt/slides/slide11.xml" ContentType="application/vnd.openxmlformats-officedocument.presentationml.slide+xml"/>
  <Override PartName="/ppt/slides/slide42.xml" ContentType="application/vnd.openxmlformats-officedocument.presentationml.slide+xml"/>
  <Override PartName="/ppt/slides/slide12.xml" ContentType="application/vnd.openxmlformats-officedocument.presentationml.slide+xml"/>
  <Override PartName="/ppt/slides/slide41.xml" ContentType="application/vnd.openxmlformats-officedocument.presentationml.slide+xml"/>
  <Override PartName="/ppt/slides/slide13.xml" ContentType="application/vnd.openxmlformats-officedocument.presentationml.slide+xml"/>
  <Override PartName="/ppt/slides/slide40.xml" ContentType="application/vnd.openxmlformats-officedocument.presentationml.slide+xml"/>
  <Override PartName="/ppt/tableStyles.xml" ContentType="application/vnd.openxmlformats-officedocument.presentationml.tableStyles+xml"/>
  <Override PartName="/ppt/slides/slide14.xml" ContentType="application/vnd.openxmlformats-officedocument.presentationml.slide+xml"/>
  <Override PartName="/ppt/slides/slide47.xml" ContentType="application/vnd.openxmlformats-officedocument.presentationml.slide+xml"/>
  <Override PartName="/ppt/slides/slide15.xml" ContentType="application/vnd.openxmlformats-officedocument.presentationml.slide+xml"/>
  <Override PartName="/ppt/slides/slide46.xml" ContentType="application/vnd.openxmlformats-officedocument.presentationml.slide+xml"/>
  <Override PartName="/ppt/slides/slide16.xml" ContentType="application/vnd.openxmlformats-officedocument.presentationml.slide+xml"/>
  <Override PartName="/ppt/slides/slide45.xml" ContentType="application/vnd.openxmlformats-officedocument.presentationml.slide+xml"/>
  <Override PartName="/ppt/slides/slide17.xml" ContentType="application/vnd.openxmlformats-officedocument.presentationml.slide+xml"/>
  <Override PartName="/ppt/slides/slide44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51.xml" ContentType="application/vnd.openxmlformats-officedocument.presentationml.slide+xml"/>
  <Override PartName="/ppt/slides/slide30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viewProps.xml" ContentType="application/vnd.openxmlformats-officedocument.presentationml.viewProps+xml"/>
  <Override PartName="/ppt/slideLayouts/slideLayout70.xml" ContentType="application/vnd.openxmlformats-officedocument.presentationml.slideLayout+xml"/>
  <Override PartName="/ppt/notesSlides/notesSlide14.xml" ContentType="application/vnd.openxmlformats-officedocument.presentationml.notesSlide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custom.xml" ContentType="application/vnd.openxmlformats-officedocument.custom-properties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notesSlides/notesSlide24.xml" ContentType="application/vnd.openxmlformats-officedocument.presentationml.notesSlide+xml"/>
  <Override PartName="/ppt/slideLayouts/slideLayout41.xml" ContentType="application/vnd.openxmlformats-officedocument.presentationml.slideLayout+xml"/>
  <Override PartName="/ppt/notesSlides/notesSlide25.xml" ContentType="application/vnd.openxmlformats-officedocument.presentationml.notesSlide+xml"/>
  <Override PartName="/ppt/slideLayouts/slideLayout42.xml" ContentType="application/vnd.openxmlformats-officedocument.presentationml.slideLayout+xml"/>
  <Override PartName="/ppt/notesSlides/notesSlide26.xml" ContentType="application/vnd.openxmlformats-officedocument.presentationml.notesSlide+xml"/>
  <Override PartName="/ppt/slideLayouts/slideLayout43.xml" ContentType="application/vnd.openxmlformats-officedocument.presentationml.slideLayout+xml"/>
  <Override PartName="/ppt/notesSlides/notesSlide27.xml" ContentType="application/vnd.openxmlformats-officedocument.presentationml.notesSlide+xml"/>
  <Override PartName="/ppt/slideLayouts/slideLayout44.xml" ContentType="application/vnd.openxmlformats-officedocument.presentationml.slideLayout+xml"/>
  <Override PartName="/ppt/notesSlides/notesSlide20.xml" ContentType="application/vnd.openxmlformats-officedocument.presentationml.notesSlide+xml"/>
  <Override PartName="/ppt/slideLayouts/slideLayout45.xml" ContentType="application/vnd.openxmlformats-officedocument.presentationml.slideLayout+xml"/>
  <Override PartName="/ppt/notesSlides/notesSlide21.xml" ContentType="application/vnd.openxmlformats-officedocument.presentationml.notesSlide+xml"/>
  <Override PartName="/ppt/slideLayouts/slideLayout46.xml" ContentType="application/vnd.openxmlformats-officedocument.presentationml.slideLayout+xml"/>
  <Override PartName="/ppt/notesSlides/notesSlide22.xml" ContentType="application/vnd.openxmlformats-officedocument.presentationml.notesSlide+xml"/>
  <Override PartName="/ppt/slideLayouts/slideLayout47.xml" ContentType="application/vnd.openxmlformats-officedocument.presentationml.slideLayout+xml"/>
  <Override PartName="/ppt/notesSlides/notesSlide23.xml" ContentType="application/vnd.openxmlformats-officedocument.presentationml.notesSlide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s/slide64.xml" ContentType="application/vnd.openxmlformats-officedocument.presentationml.slide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s/slide61.xml" ContentType="application/vnd.openxmlformats-officedocument.presentationml.slide+xml"/>
  <Override PartName="/ppt/slideLayouts/slideLayout54.xml" ContentType="application/vnd.openxmlformats-officedocument.presentationml.slideLayout+xml"/>
  <Override PartName="/ppt/notesSlides/notesSlide38.xml" ContentType="application/vnd.openxmlformats-officedocument.presentationml.notesSlide+xml"/>
  <Override PartName="/ppt/slideLayouts/slideLayout55.xml" ContentType="application/vnd.openxmlformats-officedocument.presentationml.slideLayout+xml"/>
  <Override PartName="/ppt/notesSlides/notesSlide39.xml" ContentType="application/vnd.openxmlformats-officedocument.presentationml.notesSlide+xml"/>
  <Override PartName="/ppt/slides/slide60.xml" ContentType="application/vnd.openxmlformats-officedocument.presentationml.slide+xml"/>
  <Override PartName="/ppt/slides/slide63.xml" ContentType="application/vnd.openxmlformats-officedocument.presentationml.slide+xml"/>
  <Override PartName="/ppt/slideLayouts/slideLayout56.xml" ContentType="application/vnd.openxmlformats-officedocument.presentationml.slideLayout+xml"/>
  <Override PartName="/ppt/slides/slide62.xml" ContentType="application/vnd.openxmlformats-officedocument.presentationml.slid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notesSlides/notesSlide34.xml" ContentType="application/vnd.openxmlformats-officedocument.presentationml.notesSlide+xml"/>
  <Override PartName="/ppt/slideLayouts/slideLayout59.xml" ContentType="application/vnd.openxmlformats-officedocument.presentationml.slideLayout+xml"/>
  <Override PartName="/ppt/notesSlides/notesSlide35.xml" ContentType="application/vnd.openxmlformats-officedocument.presentationml.notesSlide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1.xml" ContentType="application/vnd.openxmlformats-officedocument.presentationml.slideLayout+xml"/>
  <Override PartName="/ppt/notesSlides/notesSlide15.xml" ContentType="application/vnd.openxmlformats-officedocument.presentationml.notesSlide+xml"/>
  <Override PartName="/ppt/slideLayouts/slideLayout72.xml" ContentType="application/vnd.openxmlformats-officedocument.presentationml.slideLayout+xml"/>
  <Override PartName="/ppt/notesSlides/notesSlide16.xml" ContentType="application/vnd.openxmlformats-officedocument.presentationml.notesSlide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notesSlides/notesSlide17.xml" ContentType="application/vnd.openxmlformats-officedocument.presentationml.notesSlide+xml"/>
  <Override PartName="/ppt/slideLayouts/slideLayout74.xml" ContentType="application/vnd.openxmlformats-officedocument.presentationml.slideLayout+xml"/>
  <Override PartName="/ppt/notesSlides/notesSlide10.xml" ContentType="application/vnd.openxmlformats-officedocument.presentationml.notesSlide+xml"/>
  <Override PartName="/ppt/slideLayouts/slideLayout75.xml" ContentType="application/vnd.openxmlformats-officedocument.presentationml.slideLayout+xml"/>
  <Override PartName="/ppt/notesSlides/notesSlide11.xml" ContentType="application/vnd.openxmlformats-officedocument.presentationml.notesSlide+xml"/>
  <Override PartName="/ppt/slideLayouts/slideLayout76.xml" ContentType="application/vnd.openxmlformats-officedocument.presentationml.slideLayout+xml"/>
  <Override PartName="/ppt/notesSlides/notesSlide12.xml" ContentType="application/vnd.openxmlformats-officedocument.presentationml.notesSlide+xml"/>
  <Override PartName="/ppt/slideLayouts/slideLayout77.xml" ContentType="application/vnd.openxmlformats-officedocument.presentationml.slideLayout+xml"/>
  <Override PartName="/ppt/notesSlides/notesSlide13.xml" ContentType="application/vnd.openxmlformats-officedocument.presentationml.notesSlide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</p:sldMasterIdLst>
  <p:notesMasterIdLst>
    <p:notesMasterId r:id="rId8"/>
  </p:notesMasterIdLst>
  <p:sldIdLst>
    <p:sldId id="256" r:id="rId9"/>
    <p:sldId id="257" r:id="rId10"/>
    <p:sldId id="306" r:id="rId11"/>
    <p:sldId id="258" r:id="rId12"/>
    <p:sldId id="259" r:id="rId13"/>
    <p:sldId id="260" r:id="rId14"/>
    <p:sldId id="261" r:id="rId15"/>
    <p:sldId id="307" r:id="rId16"/>
    <p:sldId id="262" r:id="rId17"/>
    <p:sldId id="309" r:id="rId18"/>
    <p:sldId id="263" r:id="rId19"/>
    <p:sldId id="264" r:id="rId20"/>
    <p:sldId id="265" r:id="rId21"/>
    <p:sldId id="269" r:id="rId22"/>
    <p:sldId id="266" r:id="rId23"/>
    <p:sldId id="267" r:id="rId24"/>
    <p:sldId id="268" r:id="rId25"/>
    <p:sldId id="310" r:id="rId26"/>
    <p:sldId id="311" r:id="rId27"/>
    <p:sldId id="313" r:id="rId28"/>
    <p:sldId id="314" r:id="rId29"/>
    <p:sldId id="312" r:id="rId30"/>
    <p:sldId id="271" r:id="rId31"/>
    <p:sldId id="281" r:id="rId32"/>
    <p:sldId id="282" r:id="rId33"/>
    <p:sldId id="308" r:id="rId34"/>
    <p:sldId id="303" r:id="rId35"/>
    <p:sldId id="316" r:id="rId36"/>
    <p:sldId id="317" r:id="rId37"/>
    <p:sldId id="270" r:id="rId38"/>
    <p:sldId id="272" r:id="rId39"/>
    <p:sldId id="283" r:id="rId40"/>
    <p:sldId id="321" r:id="rId41"/>
    <p:sldId id="302" r:id="rId42"/>
    <p:sldId id="273" r:id="rId43"/>
    <p:sldId id="274" r:id="rId44"/>
    <p:sldId id="275" r:id="rId45"/>
    <p:sldId id="277" r:id="rId46"/>
    <p:sldId id="278" r:id="rId47"/>
    <p:sldId id="279" r:id="rId48"/>
    <p:sldId id="276" r:id="rId49"/>
    <p:sldId id="284" r:id="rId50"/>
    <p:sldId id="285" r:id="rId51"/>
    <p:sldId id="286" r:id="rId52"/>
    <p:sldId id="287" r:id="rId53"/>
    <p:sldId id="280" r:id="rId54"/>
    <p:sldId id="288" r:id="rId55"/>
    <p:sldId id="289" r:id="rId56"/>
    <p:sldId id="290" r:id="rId57"/>
    <p:sldId id="291" r:id="rId58"/>
    <p:sldId id="322" r:id="rId59"/>
    <p:sldId id="292" r:id="rId60"/>
    <p:sldId id="293" r:id="rId61"/>
    <p:sldId id="294" r:id="rId62"/>
    <p:sldId id="295" r:id="rId63"/>
    <p:sldId id="296" r:id="rId64"/>
    <p:sldId id="298" r:id="rId65"/>
    <p:sldId id="326" r:id="rId66"/>
    <p:sldId id="297" r:id="rId67"/>
    <p:sldId id="324" r:id="rId68"/>
    <p:sldId id="327" r:id="rId69"/>
    <p:sldId id="299" r:id="rId70"/>
    <p:sldId id="300" r:id="rId71"/>
    <p:sldId id="301" r:id="rId72"/>
  </p:sldIdLst>
  <p:sldSz cx="12192000" cy="6858000"/>
  <p:notesSz cx="12192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F339159-BCEC-489F-9BA4-76D2FCFA6E3F}" v="70" dt="2024-06-10T10:10:13.163"/>
    <p1510:client id="{6B451B33-08B3-1678-5000-6FEFABF29F7F}" v="56" dt="2024-06-11T05:28:49.142"/>
    <p1510:client id="{957F0A93-535E-3BF0-2C82-E7725A3346E8}" v="317" dt="2024-06-11T02:11:03.1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0" d="100"/>
          <a:sy n="120" d="100"/>
        </p:scale>
        <p:origin x="120" y="120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2.xml"/><Relationship Id="rId11" Type="http://schemas.openxmlformats.org/officeDocument/2006/relationships/slide" Target="slides/slide3.xml"/><Relationship Id="rId12" Type="http://schemas.openxmlformats.org/officeDocument/2006/relationships/slide" Target="slides/slide4.xml"/><Relationship Id="rId13" Type="http://schemas.openxmlformats.org/officeDocument/2006/relationships/slide" Target="slides/slide5.xml"/><Relationship Id="rId14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18" Type="http://schemas.openxmlformats.org/officeDocument/2006/relationships/slide" Target="slides/slide10.xml"/><Relationship Id="rId19" Type="http://schemas.openxmlformats.org/officeDocument/2006/relationships/slide" Target="slides/slide11.xml"/><Relationship Id="rId2" Type="http://schemas.openxmlformats.org/officeDocument/2006/relationships/slideMaster" Target="slideMasters/slideMaster2.xml"/><Relationship Id="rId20" Type="http://schemas.openxmlformats.org/officeDocument/2006/relationships/slide" Target="slides/slide12.xml"/><Relationship Id="rId21" Type="http://schemas.openxmlformats.org/officeDocument/2006/relationships/slide" Target="slides/slide13.xml"/><Relationship Id="rId22" Type="http://schemas.openxmlformats.org/officeDocument/2006/relationships/slide" Target="slides/slide14.xml"/><Relationship Id="rId23" Type="http://schemas.openxmlformats.org/officeDocument/2006/relationships/slide" Target="slides/slide15.xml"/><Relationship Id="rId24" Type="http://schemas.openxmlformats.org/officeDocument/2006/relationships/slide" Target="slides/slide16.xml"/><Relationship Id="rId25" Type="http://schemas.openxmlformats.org/officeDocument/2006/relationships/slide" Target="slides/slide17.xml"/><Relationship Id="rId26" Type="http://schemas.openxmlformats.org/officeDocument/2006/relationships/slide" Target="slides/slide18.xml"/><Relationship Id="rId27" Type="http://schemas.openxmlformats.org/officeDocument/2006/relationships/slide" Target="slides/slide19.xml"/><Relationship Id="rId28" Type="http://schemas.openxmlformats.org/officeDocument/2006/relationships/slide" Target="slides/slide20.xml"/><Relationship Id="rId29" Type="http://schemas.openxmlformats.org/officeDocument/2006/relationships/slide" Target="slides/slide21.xml"/><Relationship Id="rId3" Type="http://schemas.openxmlformats.org/officeDocument/2006/relationships/slideMaster" Target="slideMasters/slideMaster3.xml"/><Relationship Id="rId30" Type="http://schemas.openxmlformats.org/officeDocument/2006/relationships/slide" Target="slides/slide22.xml"/><Relationship Id="rId31" Type="http://schemas.openxmlformats.org/officeDocument/2006/relationships/slide" Target="slides/slide23.xml"/><Relationship Id="rId32" Type="http://schemas.openxmlformats.org/officeDocument/2006/relationships/slide" Target="slides/slide24.xml"/><Relationship Id="rId33" Type="http://schemas.openxmlformats.org/officeDocument/2006/relationships/slide" Target="slides/slide25.xml"/><Relationship Id="rId34" Type="http://schemas.openxmlformats.org/officeDocument/2006/relationships/slide" Target="slides/slide26.xml"/><Relationship Id="rId35" Type="http://schemas.openxmlformats.org/officeDocument/2006/relationships/slide" Target="slides/slide27.xml"/><Relationship Id="rId36" Type="http://schemas.openxmlformats.org/officeDocument/2006/relationships/slide" Target="slides/slide28.xml"/><Relationship Id="rId37" Type="http://schemas.openxmlformats.org/officeDocument/2006/relationships/slide" Target="slides/slide29.xml"/><Relationship Id="rId38" Type="http://schemas.openxmlformats.org/officeDocument/2006/relationships/slide" Target="slides/slide30.xml"/><Relationship Id="rId39" Type="http://schemas.openxmlformats.org/officeDocument/2006/relationships/slide" Target="slides/slide31.xml"/><Relationship Id="rId4" Type="http://schemas.openxmlformats.org/officeDocument/2006/relationships/slideMaster" Target="slideMasters/slideMaster4.xml"/><Relationship Id="rId40" Type="http://schemas.openxmlformats.org/officeDocument/2006/relationships/slide" Target="slides/slide32.xml"/><Relationship Id="rId41" Type="http://schemas.openxmlformats.org/officeDocument/2006/relationships/slide" Target="slides/slide33.xml"/><Relationship Id="rId42" Type="http://schemas.openxmlformats.org/officeDocument/2006/relationships/slide" Target="slides/slide34.xml"/><Relationship Id="rId43" Type="http://schemas.openxmlformats.org/officeDocument/2006/relationships/slide" Target="slides/slide35.xml"/><Relationship Id="rId44" Type="http://schemas.openxmlformats.org/officeDocument/2006/relationships/slide" Target="slides/slide36.xml"/><Relationship Id="rId45" Type="http://schemas.openxmlformats.org/officeDocument/2006/relationships/slide" Target="slides/slide37.xml"/><Relationship Id="rId46" Type="http://schemas.openxmlformats.org/officeDocument/2006/relationships/slide" Target="slides/slide38.xml"/><Relationship Id="rId47" Type="http://schemas.openxmlformats.org/officeDocument/2006/relationships/slide" Target="slides/slide39.xml"/><Relationship Id="rId48" Type="http://schemas.openxmlformats.org/officeDocument/2006/relationships/slide" Target="slides/slide40.xml"/><Relationship Id="rId49" Type="http://schemas.openxmlformats.org/officeDocument/2006/relationships/slide" Target="slides/slide41.xml"/><Relationship Id="rId5" Type="http://schemas.openxmlformats.org/officeDocument/2006/relationships/slideMaster" Target="slideMasters/slideMaster5.xml"/><Relationship Id="rId50" Type="http://schemas.openxmlformats.org/officeDocument/2006/relationships/slide" Target="slides/slide42.xml"/><Relationship Id="rId51" Type="http://schemas.openxmlformats.org/officeDocument/2006/relationships/slide" Target="slides/slide43.xml"/><Relationship Id="rId52" Type="http://schemas.openxmlformats.org/officeDocument/2006/relationships/slide" Target="slides/slide44.xml"/><Relationship Id="rId53" Type="http://schemas.openxmlformats.org/officeDocument/2006/relationships/slide" Target="slides/slide45.xml"/><Relationship Id="rId54" Type="http://schemas.openxmlformats.org/officeDocument/2006/relationships/slide" Target="slides/slide46.xml"/><Relationship Id="rId55" Type="http://schemas.openxmlformats.org/officeDocument/2006/relationships/slide" Target="slides/slide47.xml"/><Relationship Id="rId56" Type="http://schemas.openxmlformats.org/officeDocument/2006/relationships/slide" Target="slides/slide48.xml"/><Relationship Id="rId57" Type="http://schemas.openxmlformats.org/officeDocument/2006/relationships/slide" Target="slides/slide49.xml"/><Relationship Id="rId58" Type="http://schemas.openxmlformats.org/officeDocument/2006/relationships/slide" Target="slides/slide50.xml"/><Relationship Id="rId59" Type="http://schemas.openxmlformats.org/officeDocument/2006/relationships/slide" Target="slides/slide51.xml"/><Relationship Id="rId6" Type="http://schemas.openxmlformats.org/officeDocument/2006/relationships/slideMaster" Target="slideMasters/slideMaster6.xml"/><Relationship Id="rId60" Type="http://schemas.openxmlformats.org/officeDocument/2006/relationships/slide" Target="slides/slide52.xml"/><Relationship Id="rId61" Type="http://schemas.openxmlformats.org/officeDocument/2006/relationships/slide" Target="slides/slide53.xml"/><Relationship Id="rId62" Type="http://schemas.openxmlformats.org/officeDocument/2006/relationships/slide" Target="slides/slide54.xml"/><Relationship Id="rId63" Type="http://schemas.openxmlformats.org/officeDocument/2006/relationships/slide" Target="slides/slide55.xml"/><Relationship Id="rId64" Type="http://schemas.openxmlformats.org/officeDocument/2006/relationships/slide" Target="slides/slide56.xml"/><Relationship Id="rId65" Type="http://schemas.openxmlformats.org/officeDocument/2006/relationships/slide" Target="slides/slide57.xml"/><Relationship Id="rId66" Type="http://schemas.openxmlformats.org/officeDocument/2006/relationships/slide" Target="slides/slide58.xml"/><Relationship Id="rId67" Type="http://schemas.openxmlformats.org/officeDocument/2006/relationships/slide" Target="slides/slide59.xml"/><Relationship Id="rId68" Type="http://schemas.openxmlformats.org/officeDocument/2006/relationships/slide" Target="slides/slide60.xml"/><Relationship Id="rId69" Type="http://schemas.openxmlformats.org/officeDocument/2006/relationships/slide" Target="slides/slide61.xml"/><Relationship Id="rId7" Type="http://schemas.openxmlformats.org/officeDocument/2006/relationships/slideMaster" Target="slideMasters/slideMaster7.xml"/><Relationship Id="rId70" Type="http://schemas.openxmlformats.org/officeDocument/2006/relationships/slide" Target="slides/slide62.xml"/><Relationship Id="rId71" Type="http://schemas.openxmlformats.org/officeDocument/2006/relationships/slide" Target="slides/slide63.xml"/><Relationship Id="rId72" Type="http://schemas.openxmlformats.org/officeDocument/2006/relationships/slide" Target="slides/slide64.xml"/><Relationship Id="rId73" Type="http://schemas.openxmlformats.org/officeDocument/2006/relationships/tableStyles" Target="tableStyles.xml"/><Relationship Id="rId74" Type="http://schemas.openxmlformats.org/officeDocument/2006/relationships/presProps" Target="presProps.xml"/><Relationship Id="rId75" Type="http://schemas.openxmlformats.org/officeDocument/2006/relationships/viewProps" Target="viewProps.xml"/><Relationship Id="rId76" Type="http://schemas.openxmlformats.org/officeDocument/2006/relationships/theme" Target="theme/them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Click to move the slide</a:t>
            </a:r>
          </a:p>
        </p:txBody>
      </p:sp>
      <p:sp>
        <p:nvSpPr>
          <p:cNvPr id="288" name="PlaceHolder 2"/>
          <p:cNvSpPr>
            <a:spLocks noGrp="1" noEditPoints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lvl="0"/>
            <a:r>
              <a:rPr lang="en-US" sz="2000" b="0" strike="noStrike">
                <a:latin typeface="Arial" pitchFamily="34" charset="0" panose="020B0604020202020204"/>
              </a:rPr>
              <a:t>Click to edit the notes format</a:t>
            </a:r>
          </a:p>
        </p:txBody>
      </p:sp>
      <p:sp>
        <p:nvSpPr>
          <p:cNvPr id="289" name="PlaceHolder 3"/>
          <p:cNvSpPr>
            <a:spLocks noGrp="1" noEditPoints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1400" b="0" strike="noStrike">
                <a:latin typeface="Times New Roman"/>
              </a:rPr>
              <a:t>&lt;header&gt;</a:t>
            </a:r>
          </a:p>
        </p:txBody>
      </p:sp>
      <p:sp>
        <p:nvSpPr>
          <p:cNvPr id="290" name="PlaceHolder 4"/>
          <p:cNvSpPr>
            <a:spLocks noGrp="1" noEditPoints="1"/>
          </p:cNvSpPr>
          <p:nvPr>
            <p:ph type="dt"/>
          </p:nvPr>
        </p:nvSpPr>
        <p:spPr>
          <a:xfrm>
            <a:off x="4399200" y="0"/>
            <a:ext cx="3372840" cy="502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/>
            <a:r>
              <a:rPr lang="en-US" sz="1400" b="0" strike="noStrike">
                <a:latin typeface="Times New Roman"/>
              </a:rPr>
              <a:t>&lt;date/time&gt;</a:t>
            </a:r>
          </a:p>
        </p:txBody>
      </p:sp>
      <p:sp>
        <p:nvSpPr>
          <p:cNvPr id="291" name="PlaceHolder 5"/>
          <p:cNvSpPr>
            <a:spLocks noGrp="1" noEditPoints="1"/>
          </p:cNvSpPr>
          <p:nvPr>
            <p:ph type="ftr"/>
          </p:nvPr>
        </p:nvSpPr>
        <p:spPr>
          <a:xfrm>
            <a:off x="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r>
              <a:rPr lang="en-US" sz="1400" b="0" strike="noStrike">
                <a:latin typeface="Times New Roman"/>
              </a:rPr>
              <a:t>&lt;footer&gt;</a:t>
            </a:r>
          </a:p>
        </p:txBody>
      </p:sp>
      <p:sp>
        <p:nvSpPr>
          <p:cNvPr id="292" name="PlaceHolder 6"/>
          <p:cNvSpPr>
            <a:spLocks noGrp="1" noEditPoints="1"/>
          </p:cNvSpPr>
          <p:nvPr>
            <p:ph type="sldNum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</p:spPr>
        <p:txBody>
          <a:bodyPr lIns="0" tIns="0" rIns="0" bIns="0" anchor="b">
            <a:noAutofit/>
          </a:bodyPr>
          <a:lstStyle/>
          <a:p>
            <a:pPr algn="r"/>
            <a:fld id="{269A508E-FEBF-4FA9-9EE1-02D72133DE37}" type="slidenum">
              <a:rPr lang="en-US" sz="1400" b="0" strike="noStrike">
                <a:latin typeface="Times New Roman"/>
              </a:rPr>
              <a:t>‹#›</a:t>
            </a:fld>
            <a:endParaRPr lang="en-US" sz="1400" b="0" strike="noStrike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dt="0" sldNum="0"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3.xml"/><Relationship Id="rId2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4.xml"/><Relationship Id="rId2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5.xml"/><Relationship Id="rId2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6.xml"/><Relationship Id="rId2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7.xml"/><Relationship Id="rId2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8.xml"/><Relationship Id="rId2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39.xml"/><Relationship Id="rId2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0.xml"/><Relationship Id="rId2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1.xml"/><Relationship Id="rId2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2.xml"/><Relationship Id="rId2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3.xml"/><Relationship Id="rId2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4.xml"/><Relationship Id="rId2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5.xml"/><Relationship Id="rId2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6.xml"/><Relationship Id="rId2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7.xml"/><Relationship Id="rId2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8.xml"/><Relationship Id="rId2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49.xml"/><Relationship Id="rId2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0.xml"/><Relationship Id="rId2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1.xml"/><Relationship Id="rId2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2.xml"/><Relationship Id="rId2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3.xml"/><Relationship Id="rId2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4.xml"/><Relationship Id="rId2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5.xml"/><Relationship Id="rId2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6.xml"/><Relationship Id="rId2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7.xml"/><Relationship Id="rId2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8.xml"/><Relationship Id="rId2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1" Type="http://schemas.openxmlformats.org/officeDocument/2006/relationships/slide" Target="../slides/slide59.xml"/><Relationship Id="rId2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0.xml"/><Relationship Id="rId2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1.xml"/><Relationship Id="rId2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2.xml"/><Relationship Id="rId2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3.xml"/><Relationship Id="rId2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1" Type="http://schemas.openxmlformats.org/officeDocument/2006/relationships/slide" Target="../slides/slide6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5BDA4DB7-B240-46A4-9274-A8368A94B42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7CBAB206-E8CC-4633-870D-B7B7FD89403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6E778941-602A-481E-B48E-2DDB3E295A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85BD9909-1FC5-4155-9158-021D277D20E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CE744FEA-20FF-4033-A9C6-0D8A6391B8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380D8AB8-0BD2-40C4-9A1C-C4C8C00F52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02B94038-AB57-432C-AE32-0424A51459A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A2832FD9-40DF-4983-87FB-596A3C1771A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C1E12D62-2275-4ADB-8F86-24C0DB4C5A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72E2A34A-2B9B-4AA9-9DE0-348A6289339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AB516795-F606-445D-A13D-F9D3ED7A767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F4AD9185-E02D-4912-A884-580A60B6DF6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C1159BC9-D4D6-46C2-8930-30BAD5BAC58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BB3BF115-E980-4C1A-81DF-A0121291AC8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B8EEFB24-B8B9-48DA-8F0E-C2EBC48309D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E86BC734-27EF-4E79-BD9C-160BD947F41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94CFDBC2-6E53-4FCB-A22E-079525383FF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AA325D36-6858-47D0-8570-8698F1BEFCA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E85B1723-B321-4BC8-BC42-D9BBE180FEB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785E4DFA-F8FE-448A-AF7B-F2C843B15D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DD3F0AEC-C88D-47E6-9DA4-0B37EBE20B6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32C413AF-0D2F-4A2C-840E-F5F8A25D39F2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BFAD2077-0F84-43AF-ADE4-B2659EB2CEC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54A9C227-D57A-49A2-A89F-A580CAEA024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A7A3F011-B662-4961-8450-C8D5BC16C9F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FE364CC3-85B8-4477-867F-1DF78584465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7230F1D6-11DE-43CF-9875-D3E668D9817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15C8B102-965D-437A-8CB4-C1049315F6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15C8B102-965D-437A-8CB4-C1049315F6E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EEB10D83-6B51-4D6F-B62B-004D10FDB4E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F756FEEC-E773-46E7-A566-458882322E2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EC531CC4-1725-432C-9A73-D38B1AEC97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670CAC9D-EABB-4175-8874-72AF7B3C85A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03F568EC-3C30-49AA-A026-356918F011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BAF187B1-DA25-4C1A-B6F8-717FC30CB00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10642FF1-2F44-490D-BEF5-4F7727A1BEF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6B101454-331A-4640-B61A-8D7D8DC882D0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9FBB7C66-D234-4237-83A5-DC783583192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D5B94071-EC97-4C77-A80C-E15E845782B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E5D7DD04-9D48-4E6A-A678-32EFEBAF2A2C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C7E363C8-0A1A-4219-9D5D-ED2C12837B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36095D00-A7AC-48D2-B362-EFD0F41A0DC9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43D2728C-F42B-4833-AD97-65856525271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36883C0B-2150-4ED9-BB28-03615FA3E4E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2B1E081C-FD40-4350-8814-DF45B95CEF5A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605E0295-591D-4574-9D2B-AA8F62755C1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92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493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4692EBCC-F0ED-4DF3-AB75-CF7DBBD550A3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95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496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12E7F8A2-4E02-4AE4-AE82-B4C752753E21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498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499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6D4E4E67-A549-49C3-9908-55C6475BDF44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1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502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52BFB00F-A3D7-4D5A-9B00-6F52A66BAF3B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03F568EC-3C30-49AA-A026-356918F011C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4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505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22EF53BC-9A34-4D6F-B94D-B4F88FF6B53D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07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508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E8C6805-9238-44CE-93B8-BC3F614A2AC3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10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511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8B84EE3B-A89C-490A-AE3E-63127167A593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13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514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A39B0635-4743-4C97-95FC-12626ED507B8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16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517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EC398AA3-1D6D-4263-A5EA-19802EAF7DCF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22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523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2E552F8E-2270-4085-8085-370CBE676F91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C7E363C8-0A1A-4219-9D5D-ED2C12837B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19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520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801EA9E2-B1D2-4C2C-AA92-B81860C1C1D0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C7E363C8-0A1A-4219-9D5D-ED2C12837B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C7E363C8-0A1A-4219-9D5D-ED2C12837B85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25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526" name="Slide Number Placeholder 3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A67CAB89-B56C-4714-9E2D-C792FBE5758B}" type="slidenum">
              <a:rPr lang="en-US" sz="1200" b="0" strike="noStrike">
                <a:solidFill>
                  <a:srgbClr val="000000"/>
                </a:solidFill>
                <a:latin typeface="+mn-lt"/>
                <a:ea typeface="+mn-ea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533520" y="764280"/>
            <a:ext cx="6704640" cy="377136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Text Placeholder 2"/>
          <p:cNvSpPr>
            <a:spLocks noGrp="1" noEditPoints="1"/>
          </p:cNvSpPr>
          <p:nvPr>
            <p:ph type="body"/>
          </p:nvPr>
        </p:nvSpPr>
        <p:spPr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 noEditPoints="1"/>
          </p:cNvSpPr>
          <p:nvPr>
            <p:ph type="sldNum"/>
          </p:nvPr>
        </p:nvSpPr>
        <p:spPr>
          <a:prstGeom prst="rect">
            <a:avLst/>
          </a:prstGeom>
        </p:spPr>
        <p:txBody>
          <a:bodyPr/>
          <a:lstStyle/>
          <a:p>
            <a:fld id="{A987CB87-D47F-40D9-8DC8-E22D5CABB893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PlaceHolder 1"/>
          <p:cNvSpPr>
            <a:spLocks noGrp="1" noRot="1" noChangeAspect="1" noEditPoints="1"/>
          </p:cNvSpPr>
          <p:nvPr>
            <p:ph type="sldImg"/>
          </p:nvPr>
        </p:nvSpPr>
        <p:spPr>
          <a:xfrm>
            <a:off x="4038480" y="857160"/>
            <a:ext cx="4114440" cy="231408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528" name="PlaceHolder 2"/>
          <p:cNvSpPr>
            <a:spLocks noGrp="1" noEditPoints="1"/>
          </p:cNvSpPr>
          <p:nvPr>
            <p:ph type="body"/>
          </p:nvPr>
        </p:nvSpPr>
        <p:spPr>
          <a:xfrm>
            <a:off x="1219320" y="3300480"/>
            <a:ext cx="9753120" cy="2700000"/>
          </a:xfrm>
          <a:prstGeom prst="rect">
            <a:avLst/>
          </a:prstGeom>
        </p:spPr>
        <p:txBody>
          <a:bodyPr>
            <a:noAutofit/>
          </a:bodyPr>
          <a:lstStyle/>
          <a:p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529" name="Footer Placeholder 3"/>
          <p:cNvSpPr txBox="1"/>
          <p:nvPr/>
        </p:nvSpPr>
        <p:spPr>
          <a:xfrm>
            <a:off x="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>
              <a:lnSpc>
                <a:spcPct val="100000"/>
              </a:lnSpc>
            </a:pPr>
            <a:r>
              <a:rPr lang="en-US" sz="1200" b="0" strike="noStrike">
                <a:latin typeface="Times New Roman"/>
              </a:rPr>
              <a:t>This is confidential</a:t>
            </a:r>
          </a:p>
        </p:txBody>
      </p:sp>
      <p:sp>
        <p:nvSpPr>
          <p:cNvPr id="530" name="Slide Number Placeholder 4"/>
          <p:cNvSpPr txBox="1"/>
          <p:nvPr/>
        </p:nvSpPr>
        <p:spPr>
          <a:xfrm>
            <a:off x="6905520" y="6513480"/>
            <a:ext cx="5283000" cy="34416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/>
          <a:p>
            <a:pPr algn="r">
              <a:lnSpc>
                <a:spcPct val="100000"/>
              </a:lnSpc>
            </a:pPr>
            <a:fld id="{DCF72B4E-881D-4E93-B551-F884D5CE795E}" type="slidenum">
              <a:rPr lang="en-US" sz="1200" b="0" strike="noStrike">
                <a:latin typeface="Times New Roman"/>
              </a:rPr>
              <a:t>‹#›</a:t>
            </a:fld>
            <a:endParaRPr lang="en-US" sz="1200" b="0" strike="noStrike">
              <a:latin typeface="Times New Roman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 noEditPoints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 noEditPoints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3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5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3"/>
          <p:cNvSpPr>
            <a:spLocks noGrp="1" noEditPoints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4"/>
          <p:cNvSpPr>
            <a:spLocks noGrp="1" noEditPoints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5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6"/>
          <p:cNvSpPr>
            <a:spLocks noGrp="1" noEditPoints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" name="PlaceHolder 7"/>
          <p:cNvSpPr>
            <a:spLocks noGrp="1" noEditPoints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9" name="PlaceHolder 2"/>
          <p:cNvSpPr>
            <a:spLocks noGrp="1" noEditPoints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 noEditPoints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8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0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4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6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7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PlaceHolder 3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4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5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6" name="PlaceHolder 5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8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9" name="PlaceHolder 3"/>
          <p:cNvSpPr>
            <a:spLocks noGrp="1" noEditPoints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0" name="PlaceHolder 4"/>
          <p:cNvSpPr>
            <a:spLocks noGrp="1" noEditPoints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1" name="PlaceHolder 5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2" name="PlaceHolder 6"/>
          <p:cNvSpPr>
            <a:spLocks noGrp="1" noEditPoints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3" name="PlaceHolder 7"/>
          <p:cNvSpPr>
            <a:spLocks noGrp="1" noEditPoints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1" name="PlaceHolder 2"/>
          <p:cNvSpPr>
            <a:spLocks noGrp="1" noEditPoints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3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5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6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 noEditPoints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0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1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2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4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5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6" name="PlaceHolder 4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8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9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0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2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3" name="PlaceHolder 3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5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6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7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8" name="PlaceHolder 5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0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1" name="PlaceHolder 3"/>
          <p:cNvSpPr>
            <a:spLocks noGrp="1" noEditPoints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2" name="PlaceHolder 4"/>
          <p:cNvSpPr>
            <a:spLocks noGrp="1" noEditPoints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3" name="PlaceHolder 5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4" name="PlaceHolder 6"/>
          <p:cNvSpPr>
            <a:spLocks noGrp="1" noEditPoints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5" name="PlaceHolder 7"/>
          <p:cNvSpPr>
            <a:spLocks noGrp="1" noEditPoints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2" name="PlaceHolder 2"/>
          <p:cNvSpPr>
            <a:spLocks noGrp="1" noEditPoints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4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6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7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 noEditPoints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1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2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3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5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6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7" name="PlaceHolder 4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9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0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1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3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4" name="PlaceHolder 3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6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7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8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9" name="PlaceHolder 5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1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2" name="PlaceHolder 3"/>
          <p:cNvSpPr>
            <a:spLocks noGrp="1" noEditPoints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3" name="PlaceHolder 4"/>
          <p:cNvSpPr>
            <a:spLocks noGrp="1" noEditPoints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4" name="PlaceHolder 5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5" name="PlaceHolder 6"/>
          <p:cNvSpPr>
            <a:spLocks noGrp="1" noEditPoints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6" name="PlaceHolder 7"/>
          <p:cNvSpPr>
            <a:spLocks noGrp="1" noEditPoints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3" name="PlaceHolder 2"/>
          <p:cNvSpPr>
            <a:spLocks noGrp="1" noEditPoints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5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7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8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 noEditPoints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2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3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4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6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7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8" name="PlaceHolder 4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0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1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2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4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5" name="PlaceHolder 3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7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8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9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0" name="PlaceHolder 5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2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3" name="PlaceHolder 3"/>
          <p:cNvSpPr>
            <a:spLocks noGrp="1" noEditPoints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4" name="PlaceHolder 4"/>
          <p:cNvSpPr>
            <a:spLocks noGrp="1" noEditPoints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5" name="PlaceHolder 5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6" name="PlaceHolder 6"/>
          <p:cNvSpPr>
            <a:spLocks noGrp="1" noEditPoints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7" name="PlaceHolder 7"/>
          <p:cNvSpPr>
            <a:spLocks noGrp="1" noEditPoints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2" name="PlaceHolder 2"/>
          <p:cNvSpPr>
            <a:spLocks noGrp="1" noEditPoints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4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6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7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 noEditPoints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1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2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3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5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6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7" name="PlaceHolder 4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9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0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1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3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4" name="PlaceHolder 3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6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7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8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9" name="PlaceHolder 5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1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2" name="PlaceHolder 3"/>
          <p:cNvSpPr>
            <a:spLocks noGrp="1" noEditPoints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3" name="PlaceHolder 4"/>
          <p:cNvSpPr>
            <a:spLocks noGrp="1" noEditPoints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4" name="PlaceHolder 5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5" name="PlaceHolder 6"/>
          <p:cNvSpPr>
            <a:spLocks noGrp="1" noEditPoints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6" name="PlaceHolder 7"/>
          <p:cNvSpPr>
            <a:spLocks noGrp="1" noEditPoints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dt="0" sldNum="0" hdr="0" ftr="0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2" name="PlaceHolder 2"/>
          <p:cNvSpPr>
            <a:spLocks noGrp="1" noEditPoints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4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6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7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 noEditPoints="1"/>
          </p:cNvSpPr>
          <p:nvPr>
            <p:ph type="subTitle"/>
          </p:nvPr>
        </p:nvSpPr>
        <p:spPr>
          <a:xfrm>
            <a:off x="3684960" y="2641680"/>
            <a:ext cx="4183200" cy="3994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lvl="0" algn="ctr"/>
            <a:endParaRPr lang="en-US" sz="32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  <p:hf dt="0" sldNum="0" hdr="0" ftr="0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1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2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3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5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6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7" name="PlaceHolder 4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9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0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1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3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4" name="PlaceHolder 3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6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7" name="PlaceHolder 3"/>
          <p:cNvSpPr>
            <a:spLocks noGrp="1" noEditPoints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8" name="PlaceHolder 4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9" name="PlaceHolder 5"/>
          <p:cNvSpPr>
            <a:spLocks noGrp="1" noEditPoints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1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2" name="PlaceHolder 3"/>
          <p:cNvSpPr>
            <a:spLocks noGrp="1" noEditPoints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3" name="PlaceHolder 4"/>
          <p:cNvSpPr>
            <a:spLocks noGrp="1" noEditPoints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4" name="PlaceHolder 5"/>
          <p:cNvSpPr>
            <a:spLocks noGrp="1" noEditPoints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5" name="PlaceHolder 6"/>
          <p:cNvSpPr>
            <a:spLocks noGrp="1" noEditPoints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6" name="PlaceHolder 7"/>
          <p:cNvSpPr>
            <a:spLocks noGrp="1" noEditPoints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/>
            <a:endParaRPr lang="en-US" sz="18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  <p:hf dt="0" sldNum="0" hdr="0" ftr="0"/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<Relationship Id="rId14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<Relationship Id="rId14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/Relationships>
</file>

<file path=ppt/slideMasters/_rels/slideMaster4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jpeg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theme" Target="../theme/theme4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/Relationships>
</file>

<file path=ppt/slideMasters/_rels/slideMaster5.xml.rels><?xml version="1.0" encoding="UTF-8" standalone="yes"?>
<Relationships xmlns="http://schemas.openxmlformats.org/package/2006/relationships"><Relationship Id="rId1" Type="http://schemas.openxmlformats.org/officeDocument/2006/relationships/image" Target="../media/image3.jpeg"/><Relationship Id="rId10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0.xml"/><Relationship Id="rId15" Type="http://schemas.openxmlformats.org/officeDocument/2006/relationships/theme" Target="../theme/theme5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49.xml"/><Relationship Id="rId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2.xml"/><Relationship Id="rId7" Type="http://schemas.openxmlformats.org/officeDocument/2006/relationships/slideLayout" Target="../slideLayouts/slideLayout53.xml"/><Relationship Id="rId8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5.xml"/></Relationships>
</file>

<file path=ppt/slideMasters/_rels/slideMaster6.xml.rels><?xml version="1.0" encoding="UTF-8" standalone="yes"?>
<Relationships xmlns="http://schemas.openxmlformats.org/package/2006/relationships"><Relationship Id="rId1" Type="http://schemas.openxmlformats.org/officeDocument/2006/relationships/image" Target="../media/image4.jpeg"/><Relationship Id="rId10" Type="http://schemas.openxmlformats.org/officeDocument/2006/relationships/slideLayout" Target="../slideLayouts/slideLayout68.xml"/><Relationship Id="rId11" Type="http://schemas.openxmlformats.org/officeDocument/2006/relationships/slideLayout" Target="../slideLayouts/slideLayout69.xml"/><Relationship Id="rId12" Type="http://schemas.openxmlformats.org/officeDocument/2006/relationships/slideLayout" Target="../slideLayouts/slideLayout70.xml"/><Relationship Id="rId13" Type="http://schemas.openxmlformats.org/officeDocument/2006/relationships/slideLayout" Target="../slideLayouts/slideLayout71.xml"/><Relationship Id="rId14" Type="http://schemas.openxmlformats.org/officeDocument/2006/relationships/slideLayout" Target="../slideLayouts/slideLayout72.xml"/><Relationship Id="rId15" Type="http://schemas.openxmlformats.org/officeDocument/2006/relationships/theme" Target="../theme/theme6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61.xml"/><Relationship Id="rId4" Type="http://schemas.openxmlformats.org/officeDocument/2006/relationships/slideLayout" Target="../slideLayouts/slideLayout62.xml"/><Relationship Id="rId5" Type="http://schemas.openxmlformats.org/officeDocument/2006/relationships/slideLayout" Target="../slideLayouts/slideLayout63.xml"/><Relationship Id="rId6" Type="http://schemas.openxmlformats.org/officeDocument/2006/relationships/slideLayout" Target="../slideLayouts/slideLayout64.xml"/><Relationship Id="rId7" Type="http://schemas.openxmlformats.org/officeDocument/2006/relationships/slideLayout" Target="../slideLayouts/slideLayout65.xml"/><Relationship Id="rId8" Type="http://schemas.openxmlformats.org/officeDocument/2006/relationships/slideLayout" Target="../slideLayouts/slideLayout66.xml"/><Relationship Id="rId9" Type="http://schemas.openxmlformats.org/officeDocument/2006/relationships/slideLayout" Target="../slideLayouts/slideLayout67.xml"/></Relationships>
</file>

<file path=ppt/slideMasters/_rels/slideMaster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Relationship Id="rId10" Type="http://schemas.openxmlformats.org/officeDocument/2006/relationships/slideLayout" Target="../slideLayouts/slideLayout80.xml"/><Relationship Id="rId11" Type="http://schemas.openxmlformats.org/officeDocument/2006/relationships/slideLayout" Target="../slideLayouts/slideLayout81.xml"/><Relationship Id="rId12" Type="http://schemas.openxmlformats.org/officeDocument/2006/relationships/slideLayout" Target="../slideLayouts/slideLayout82.xml"/><Relationship Id="rId13" Type="http://schemas.openxmlformats.org/officeDocument/2006/relationships/slideLayout" Target="../slideLayouts/slideLayout83.xml"/><Relationship Id="rId14" Type="http://schemas.openxmlformats.org/officeDocument/2006/relationships/slideLayout" Target="../slideLayouts/slideLayout84.xml"/><Relationship Id="rId15" Type="http://schemas.openxmlformats.org/officeDocument/2006/relationships/theme" Target="../theme/theme7.xml"/><Relationship Id="rId2" Type="http://schemas.openxmlformats.org/officeDocument/2006/relationships/image" Target="../media/image5.png"/><Relationship Id="rId3" Type="http://schemas.openxmlformats.org/officeDocument/2006/relationships/slideLayout" Target="../slideLayouts/slideLayout73.xml"/><Relationship Id="rId4" Type="http://schemas.openxmlformats.org/officeDocument/2006/relationships/slideLayout" Target="../slideLayouts/slideLayout74.xml"/><Relationship Id="rId5" Type="http://schemas.openxmlformats.org/officeDocument/2006/relationships/slideLayout" Target="../slideLayouts/slideLayout75.xml"/><Relationship Id="rId6" Type="http://schemas.openxmlformats.org/officeDocument/2006/relationships/slideLayout" Target="../slideLayouts/slideLayout76.xml"/><Relationship Id="rId7" Type="http://schemas.openxmlformats.org/officeDocument/2006/relationships/slideLayout" Target="../slideLayouts/slideLayout77.xml"/><Relationship Id="rId8" Type="http://schemas.openxmlformats.org/officeDocument/2006/relationships/slideLayout" Target="../slideLayouts/slideLayout78.xml"/><Relationship Id="rId9" Type="http://schemas.openxmlformats.org/officeDocument/2006/relationships/slideLayout" Target="../slideLayouts/slideLayout7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7" name="PlaceHolder 1"/>
          <p:cNvSpPr>
            <a:spLocks noGrp="1" noEditPoints="1"/>
          </p:cNvSpPr>
          <p:nvPr>
            <p:ph type="title"/>
          </p:nvPr>
        </p:nvSpPr>
        <p:spPr>
          <a:xfrm>
            <a:off x="3035160" y="2985120"/>
            <a:ext cx="6121440" cy="1124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7200" b="0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" name="PlaceHolder 2"/>
          <p:cNvSpPr>
            <a:spLocks noGrp="1" noEditPoints="1"/>
          </p:cNvSpPr>
          <p:nvPr>
            <p:ph type="body"/>
          </p:nvPr>
        </p:nvSpPr>
        <p:spPr>
          <a:xfrm>
            <a:off x="878040" y="1139040"/>
            <a:ext cx="11022120" cy="46098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432000" lvl="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  <p:sp>
        <p:nvSpPr>
          <p:cNvPr id="3" name="PlaceHolder 3"/>
          <p:cNvSpPr>
            <a:spLocks noGrp="1" noEditPoints="1"/>
          </p:cNvSpPr>
          <p:nvPr>
            <p:ph type="ftr"/>
          </p:nvPr>
        </p:nvSpPr>
        <p:spPr>
          <a:xfrm>
            <a:off x="106560" y="6674760"/>
            <a:ext cx="584640" cy="154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 noEditPoints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fld id="{F8D8D95C-C43E-44C0-99FE-662720D8C61C}" type="datetimeFigureOut">
              <a:rPr lang="en-US" sz="1800" b="0" strike="noStrike">
                <a:solidFill>
                  <a:srgbClr val="B2B2B2"/>
                </a:solidFill>
                <a:latin typeface="Calibri"/>
              </a:rPr>
              <a:t>5/14/2025</a:t>
            </a:fld>
            <a:endParaRPr lang="en-US" sz="1800" b="0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 noEditPoints="1"/>
          </p:cNvSpPr>
          <p:nvPr>
            <p:ph type="sldNum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40273611-4C52-4421-BE6E-AFD93D827FD5}" type="slidenum">
              <a:rPr lang="en-US" sz="1800" b="0" strike="noStrike">
                <a:solidFill>
                  <a:srgbClr val="B2B2B2"/>
                </a:solidFill>
                <a:latin typeface="Calibri"/>
              </a:rPr>
              <a:t>‹#›</a:t>
            </a:fld>
            <a:endParaRPr lang="en-US" sz="1800" b="0" strike="noStrike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3" name="PlaceHolder 1"/>
          <p:cNvSpPr>
            <a:spLocks noGrp="1" noEditPoints="1"/>
          </p:cNvSpPr>
          <p:nvPr>
            <p:ph type="title"/>
          </p:nvPr>
        </p:nvSpPr>
        <p:spPr>
          <a:xfrm>
            <a:off x="3035160" y="2985120"/>
            <a:ext cx="6121440" cy="11242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7200" b="0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4" name="PlaceHolder 2"/>
          <p:cNvSpPr>
            <a:spLocks noGrp="1" noEditPoints="1"/>
          </p:cNvSpPr>
          <p:nvPr>
            <p:ph type="ftr"/>
          </p:nvPr>
        </p:nvSpPr>
        <p:spPr>
          <a:xfrm>
            <a:off x="106560" y="6674760"/>
            <a:ext cx="584640" cy="154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45" name="PlaceHolder 3"/>
          <p:cNvSpPr>
            <a:spLocks noGrp="1" noEditPoints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fld id="{F2B1CFF8-0A04-468E-B683-9CD87F04B9F9}" type="datetimeFigureOut">
              <a:rPr lang="en-US" sz="1800" b="0" strike="noStrike">
                <a:solidFill>
                  <a:srgbClr val="B2B2B2"/>
                </a:solidFill>
                <a:latin typeface="Calibri"/>
              </a:rPr>
              <a:t>5/14/2025</a:t>
            </a:fld>
            <a:endParaRPr lang="en-US" sz="1800" b="0" strike="noStrike">
              <a:latin typeface="Times New Roman"/>
            </a:endParaRPr>
          </a:p>
        </p:txBody>
      </p:sp>
      <p:sp>
        <p:nvSpPr>
          <p:cNvPr id="46" name="PlaceHolder 4"/>
          <p:cNvSpPr>
            <a:spLocks noGrp="1" noEditPoints="1"/>
          </p:cNvSpPr>
          <p:nvPr>
            <p:ph type="sldNum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D0D5C445-96AC-431A-9756-04BBB8FBA333}" type="slidenum">
              <a:rPr lang="en-US" sz="1800" b="0" strike="noStrike">
                <a:solidFill>
                  <a:srgbClr val="B2B2B2"/>
                </a:solidFill>
                <a:latin typeface="Calibri"/>
              </a:rPr>
              <a:t>‹#›</a:t>
            </a:fld>
            <a:endParaRPr lang="en-US" sz="1800" b="0" strike="noStrike">
              <a:latin typeface="Times New Roman"/>
            </a:endParaRPr>
          </a:p>
        </p:txBody>
      </p:sp>
      <p:sp>
        <p:nvSpPr>
          <p:cNvPr id="47" name="PlaceHolder 5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lvl="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85" name="PlaceHolder 1"/>
          <p:cNvSpPr>
            <a:spLocks noGrp="1" noEditPoints="1"/>
          </p:cNvSpPr>
          <p:nvPr>
            <p:ph type="title"/>
          </p:nvPr>
        </p:nvSpPr>
        <p:spPr>
          <a:xfrm>
            <a:off x="916200" y="372240"/>
            <a:ext cx="10359000" cy="21949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r>
              <a:rPr lang="en-US" sz="7200" b="0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86" name="PlaceHolder 2"/>
          <p:cNvSpPr>
            <a:spLocks noGrp="1" noEditPoints="1"/>
          </p:cNvSpPr>
          <p:nvPr>
            <p:ph type="ftr"/>
          </p:nvPr>
        </p:nvSpPr>
        <p:spPr>
          <a:xfrm>
            <a:off x="106560" y="6674760"/>
            <a:ext cx="584640" cy="154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87" name="PlaceHolder 3"/>
          <p:cNvSpPr>
            <a:spLocks noGrp="1" noEditPoints="1"/>
          </p:cNvSpPr>
          <p:nvPr>
            <p:ph type="dt"/>
          </p:nvPr>
        </p:nvSpPr>
        <p:spPr>
          <a:xfrm>
            <a:off x="60948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fld id="{7CD2FD34-38E2-45F3-BB80-5D6702460C48}" type="datetimeFigureOut">
              <a:rPr lang="en-US" sz="1800" b="0" strike="noStrike">
                <a:solidFill>
                  <a:srgbClr val="B2B2B2"/>
                </a:solidFill>
                <a:latin typeface="Calibri"/>
              </a:rPr>
              <a:t>5/14/2025</a:t>
            </a:fld>
            <a:endParaRPr lang="en-US" sz="1800" b="0" strike="noStrike">
              <a:latin typeface="Times New Roman"/>
            </a:endParaRPr>
          </a:p>
        </p:txBody>
      </p:sp>
      <p:sp>
        <p:nvSpPr>
          <p:cNvPr id="88" name="PlaceHolder 4"/>
          <p:cNvSpPr>
            <a:spLocks noGrp="1" noEditPoints="1"/>
          </p:cNvSpPr>
          <p:nvPr>
            <p:ph type="sldNum"/>
          </p:nvPr>
        </p:nvSpPr>
        <p:spPr>
          <a:xfrm>
            <a:off x="8778240" y="6378120"/>
            <a:ext cx="2803680" cy="34272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algn="r">
              <a:lnSpc>
                <a:spcPct val="100000"/>
              </a:lnSpc>
            </a:pPr>
            <a:fld id="{913600D6-0941-475A-A8C1-1EB34E57A69F}" type="slidenum">
              <a:rPr lang="en-US" sz="1800" b="0" strike="noStrike">
                <a:solidFill>
                  <a:srgbClr val="B2B2B2"/>
                </a:solidFill>
                <a:latin typeface="Calibri"/>
              </a:rPr>
              <a:t>‹#›</a:t>
            </a:fld>
            <a:endParaRPr lang="en-US" sz="1800" b="0" strike="noStrike">
              <a:latin typeface="Times New Roman"/>
            </a:endParaRPr>
          </a:p>
        </p:txBody>
      </p:sp>
      <p:sp>
        <p:nvSpPr>
          <p:cNvPr id="89" name="PlaceHolder 5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lvl="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>
            <a:blip r:embed="rId2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127" name="PlaceHolder 1"/>
          <p:cNvSpPr>
            <a:spLocks noGrp="1" noEditPoints="1"/>
          </p:cNvSpPr>
          <p:nvPr>
            <p:ph type="body"/>
          </p:nvPr>
        </p:nvSpPr>
        <p:spPr>
          <a:xfrm>
            <a:off x="1154880" y="1074960"/>
            <a:ext cx="4812120" cy="29512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 lvl="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 </a:t>
            </a:r>
          </a:p>
        </p:txBody>
      </p:sp>
      <p:sp>
        <p:nvSpPr>
          <p:cNvPr id="128" name="PlaceHolder 2"/>
          <p:cNvSpPr>
            <a:spLocks noGrp="1" noEditPoints="1"/>
          </p:cNvSpPr>
          <p:nvPr>
            <p:ph type="body"/>
          </p:nvPr>
        </p:nvSpPr>
        <p:spPr>
          <a:xfrm>
            <a:off x="7816680" y="3737520"/>
            <a:ext cx="3765600" cy="2550600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/>
          <a:p>
            <a:pPr marL="514440" lvl="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1600" b="0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</a:p>
        </p:txBody>
      </p:sp>
      <p:sp>
        <p:nvSpPr>
          <p:cNvPr id="129" name="PlaceHolder 3"/>
          <p:cNvSpPr>
            <a:spLocks noGrp="1" noEditPoints="1"/>
          </p:cNvSpPr>
          <p:nvPr>
            <p:ph type="body"/>
          </p:nvPr>
        </p:nvSpPr>
        <p:spPr>
          <a:xfrm>
            <a:off x="1515960" y="1376280"/>
            <a:ext cx="4090680" cy="205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>
                <a:solidFill>
                  <a:srgbClr val="FFFFFF"/>
                </a:solidFill>
                <a:latin typeface="Arial" pitchFamily="34" charset="0" panose="020B0604020202020204"/>
              </a:rPr>
              <a:t>Contents</a:t>
            </a:r>
            <a:endParaRPr lang="en-US" sz="40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0" name="PlaceHolder 4"/>
          <p:cNvSpPr>
            <a:spLocks noGrp="1" noEditPoints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  <p:sldLayoutId id="2147483697" r:id="rId12"/>
    <p:sldLayoutId id="2147483698" r:id="rId13"/>
    <p:sldLayoutId id="2147483699" r:id="rId14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>
            <a:blip r:embed="rId2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168" name="PlaceHolder 1"/>
          <p:cNvSpPr>
            <a:spLocks noGrp="1" noEditPoints="1"/>
          </p:cNvSpPr>
          <p:nvPr>
            <p:ph type="body"/>
          </p:nvPr>
        </p:nvSpPr>
        <p:spPr>
          <a:xfrm>
            <a:off x="1155960" y="1074960"/>
            <a:ext cx="6479640" cy="2951280"/>
          </a:xfrm>
          <a:prstGeom prst="rect">
            <a:avLst/>
          </a:prstGeom>
        </p:spPr>
        <p:txBody>
          <a:bodyPr lIns="90000" tIns="45000" rIns="90000" bIns="45000">
            <a:noAutofit/>
          </a:bodyPr>
          <a:lstStyle/>
          <a:p>
            <a:pPr lvl="0">
              <a:lnSpc>
                <a:spcPct val="100000"/>
              </a:lnSpc>
              <a:tabLst>
                <a:tab pos="0" algn="l"/>
              </a:tabLst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 </a:t>
            </a:r>
          </a:p>
        </p:txBody>
      </p:sp>
      <p:sp>
        <p:nvSpPr>
          <p:cNvPr id="169" name="PlaceHolder 2"/>
          <p:cNvSpPr>
            <a:spLocks noGrp="1" noEditPoints="1"/>
          </p:cNvSpPr>
          <p:nvPr>
            <p:ph type="body"/>
          </p:nvPr>
        </p:nvSpPr>
        <p:spPr>
          <a:xfrm>
            <a:off x="10268640" y="1458360"/>
            <a:ext cx="1207800" cy="61056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lvl="0" algn="ctr">
              <a:lnSpc>
                <a:spcPct val="100000"/>
              </a:lnSpc>
              <a:tabLst>
                <a:tab pos="0" algn="l"/>
              </a:tabLst>
            </a:pPr>
            <a:r>
              <a:rPr lang="en-US" sz="4000" b="0" strike="noStrike">
                <a:solidFill>
                  <a:srgbClr val="E30613"/>
                </a:solidFill>
                <a:latin typeface="Calibri"/>
              </a:rPr>
              <a:t>#</a:t>
            </a:r>
            <a:endParaRPr lang="en-US" sz="40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0" name="PlaceHolder 3"/>
          <p:cNvSpPr>
            <a:spLocks noGrp="1" noEditPoints="1"/>
          </p:cNvSpPr>
          <p:nvPr>
            <p:ph type="body"/>
          </p:nvPr>
        </p:nvSpPr>
        <p:spPr>
          <a:xfrm>
            <a:off x="1515960" y="1376280"/>
            <a:ext cx="5517720" cy="205236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lvl="0"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>
                <a:solidFill>
                  <a:srgbClr val="FFFFFF"/>
                </a:solidFill>
                <a:latin typeface="Arial" pitchFamily="34" charset="0" panose="020B0604020202020204"/>
              </a:rPr>
              <a:t>Section Header</a:t>
            </a:r>
            <a:endParaRPr lang="en-US" sz="40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1" name="PlaceHolder 4"/>
          <p:cNvSpPr>
            <a:spLocks noGrp="1" noEditPoints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3"/>
    <p:sldLayoutId id="2147483702" r:id="rId4"/>
    <p:sldLayoutId id="2147483703" r:id="rId5"/>
    <p:sldLayoutId id="2147483704" r:id="rId6"/>
    <p:sldLayoutId id="2147483705" r:id="rId7"/>
    <p:sldLayoutId id="2147483706" r:id="rId8"/>
    <p:sldLayoutId id="2147483707" r:id="rId9"/>
    <p:sldLayoutId id="2147483708" r:id="rId10"/>
    <p:sldLayoutId id="2147483709" r:id="rId11"/>
    <p:sldLayoutId id="2147483710" r:id="rId12"/>
    <p:sldLayoutId id="2147483711" r:id="rId13"/>
    <p:sldLayoutId id="2147483712" r:id="rId14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"/>
          <a:srcRect l="0" t="0" r="0" b="0"/>
          <a:stretch>
            <a:fillRect/>
          </a:stretch>
        </a:blip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>
            <a:blip r:embed="rId2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209" name="PlaceHolder 1"/>
          <p:cNvSpPr>
            <a:spLocks noGrp="1" noEditPoints="1"/>
          </p:cNvSpPr>
          <p:nvPr>
            <p:ph type="title"/>
          </p:nvPr>
        </p:nvSpPr>
        <p:spPr>
          <a:xfrm>
            <a:off x="838080" y="405360"/>
            <a:ext cx="10515240" cy="53820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vi-VN" sz="3200" b="0" strike="noStrike">
                <a:solidFill>
                  <a:srgbClr val="E30613"/>
                </a:solidFill>
                <a:latin typeface="Arial" pitchFamily="34" charset="0" panose="020B0604020202020204"/>
              </a:rPr>
              <a:t>Main heading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0" name="PlaceHolder 2"/>
          <p:cNvSpPr>
            <a:spLocks noGrp="1" noEditPoints="1"/>
          </p:cNvSpPr>
          <p:nvPr>
            <p:ph type="body"/>
          </p:nvPr>
        </p:nvSpPr>
        <p:spPr>
          <a:xfrm>
            <a:off x="838080" y="1361520"/>
            <a:ext cx="10515240" cy="4681080"/>
          </a:xfrm>
          <a:prstGeom prst="rect">
            <a:avLst/>
          </a:prstGeom>
        </p:spPr>
        <p:txBody>
          <a:bodyPr lIns="0" tIns="0" rIns="0" bIns="0">
            <a:noAutofit/>
          </a:bodyPr>
          <a:lstStyle/>
          <a:p>
            <a:pPr lvl="0"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Click to edit Master text styles</a:t>
            </a:r>
          </a:p>
          <a:p>
            <a:pPr marL="457200" lvl="0"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Second level</a:t>
            </a:r>
          </a:p>
          <a:p>
            <a:pPr marL="914400" lvl="0"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Third level</a:t>
            </a:r>
          </a:p>
          <a:p>
            <a:pPr marL="1371600" lvl="0"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Fourth level</a:t>
            </a:r>
          </a:p>
          <a:p>
            <a:pPr marL="1828800" lvl="0"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  <p:sldLayoutId id="2147483723" r:id="rId12"/>
    <p:sldLayoutId id="2147483724" r:id="rId13"/>
    <p:sldLayoutId id="2147483725" r:id="rId14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46000">
              <a:srgbClr val="E30613"/>
            </a:gs>
            <a:gs pos="100000">
              <a:srgbClr val="C0504D"/>
            </a:gs>
          </a:gsLst>
          <a:lin ang="10800000" scaled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bg object 16"/>
          <p:cNvSpPr/>
          <p:nvPr/>
        </p:nvSpPr>
        <p:spPr>
          <a:xfrm>
            <a:off x="0" y="6510240"/>
            <a:ext cx="12191760" cy="34740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248" name="PlaceHolder 1"/>
          <p:cNvSpPr>
            <a:spLocks noGrp="1" noEditPoints="1"/>
          </p:cNvSpPr>
          <p:nvPr>
            <p:ph type="title"/>
          </p:nvPr>
        </p:nvSpPr>
        <p:spPr>
          <a:xfrm>
            <a:off x="3684960" y="2641680"/>
            <a:ext cx="4183200" cy="8614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</a:pPr>
            <a:r>
              <a:rPr lang="vi-VN" sz="4000" b="0" strike="noStrike">
                <a:solidFill>
                  <a:srgbClr val="FFFFFF"/>
                </a:solidFill>
                <a:latin typeface="Arial" pitchFamily="34" charset="0" panose="020B0604020202020204"/>
              </a:rPr>
              <a:t>Thank you</a:t>
            </a:r>
            <a:endParaRPr lang="en-US" sz="4000" b="0" strike="noStrike">
              <a:solidFill>
                <a:srgbClr val="000000"/>
              </a:solidFill>
              <a:latin typeface="Calibri"/>
            </a:endParaRPr>
          </a:p>
        </p:txBody>
      </p:sp>
      <p:pic>
        <p:nvPicPr>
          <p:cNvPr id="249" name="Picture 7" descr="A picture containing animal&#10;&#10;Description automatically generated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1860920" cy="6671880"/>
          </a:xfrm>
          <a:prstGeom prst="rect">
            <a:avLst/>
          </a:prstGeom>
          <a:ln w="0">
            <a:noFill/>
          </a:ln>
        </p:spPr>
      </p:pic>
      <p:sp>
        <p:nvSpPr>
          <p:cNvPr id="250" name="PlaceHolder 2"/>
          <p:cNvSpPr>
            <a:spLocks noGrp="1" noEditPoints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lvl="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3"/>
    <p:sldLayoutId id="2147483728" r:id="rId4"/>
    <p:sldLayoutId id="2147483729" r:id="rId5"/>
    <p:sldLayoutId id="2147483730" r:id="rId6"/>
    <p:sldLayoutId id="2147483731" r:id="rId7"/>
    <p:sldLayoutId id="2147483732" r:id="rId8"/>
    <p:sldLayoutId id="2147483733" r:id="rId9"/>
    <p:sldLayoutId id="2147483734" r:id="rId10"/>
    <p:sldLayoutId id="2147483735" r:id="rId11"/>
    <p:sldLayoutId id="2147483736" r:id="rId12"/>
    <p:sldLayoutId id="2147483737" r:id="rId13"/>
    <p:sldLayoutId id="2147483738" r:id="rId14"/>
  </p:sldLayoutIdLst>
  <p:hf dt="0"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itchFamily="34" charset="0" panose="020B0604020202020204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itchFamily="34" charset="0" panose="020B0604020202020204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11.jpe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searchapparchitecture.techtarget.com/definition/application-program-interface-API" TargetMode="External"/><Relationship Id="rId2" Type="http://schemas.openxmlformats.org/officeDocument/2006/relationships/image" Target="../media/image13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26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hyperlink" Target="https://restsharp.dev/docs/intro/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.bmp"/><Relationship Id="rId2" Type="http://schemas.openxmlformats.org/officeDocument/2006/relationships/image" Target="../media/image3.bmp"/><Relationship Id="rId3" Type="http://schemas.openxmlformats.org/officeDocument/2006/relationships/image" Target="../media/image4.bmp"/><Relationship Id="rId4" Type="http://schemas.openxmlformats.org/officeDocument/2006/relationships/image" Target="../media/image5.bmp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17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7.jpeg"/><Relationship Id="rId2" Type="http://schemas.openxmlformats.org/officeDocument/2006/relationships/slideLayout" Target="../slideLayouts/slideLayout25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19.png"/><Relationship Id="rId2" Type="http://schemas.openxmlformats.org/officeDocument/2006/relationships/image" Target="../media/image20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22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23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25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28.jpeg"/><Relationship Id="rId2" Type="http://schemas.openxmlformats.org/officeDocument/2006/relationships/hyperlink" Target="https://www.liquid-technologies.com/online-json-to-schema-converter" TargetMode="Externa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29.png"/><Relationship Id="rId2" Type="http://schemas.openxmlformats.org/officeDocument/2006/relationships/slideLayout" Target="../slideLayouts/slideLayout13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30.png"/><Relationship Id="rId2" Type="http://schemas.openxmlformats.org/officeDocument/2006/relationships/image" Target="../media/image31.png"/><Relationship Id="rId3" Type="http://schemas.openxmlformats.org/officeDocument/2006/relationships/slideLayout" Target="../slideLayouts/slideLayout13.xml"/><Relationship Id="rId4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3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33.png"/><Relationship Id="rId10" Type="http://schemas.openxmlformats.org/officeDocument/2006/relationships/notesSlide" Target="../notesSlides/notesSlide49.xml"/><Relationship Id="rId2" Type="http://schemas.openxmlformats.org/officeDocument/2006/relationships/image" Target="../media/image34.png"/><Relationship Id="rId3" Type="http://schemas.openxmlformats.org/officeDocument/2006/relationships/image" Target="../media/image35.png"/><Relationship Id="rId4" Type="http://schemas.openxmlformats.org/officeDocument/2006/relationships/image" Target="../media/image36.png"/><Relationship Id="rId5" Type="http://schemas.openxmlformats.org/officeDocument/2006/relationships/image" Target="../media/image37.png"/><Relationship Id="rId6" Type="http://schemas.openxmlformats.org/officeDocument/2006/relationships/image" Target="../media/image38.png"/><Relationship Id="rId7" Type="http://schemas.openxmlformats.org/officeDocument/2006/relationships/image" Target="../media/image39.png"/><Relationship Id="rId8" Type="http://schemas.openxmlformats.org/officeDocument/2006/relationships/image" Target="../media/image40.png"/><Relationship Id="rId9" Type="http://schemas.openxmlformats.org/officeDocument/2006/relationships/slideLayout" Target="../slideLayouts/slideLayout61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37.png"/><Relationship Id="rId2" Type="http://schemas.openxmlformats.org/officeDocument/2006/relationships/image" Target="../media/image41.png"/><Relationship Id="rId3" Type="http://schemas.openxmlformats.org/officeDocument/2006/relationships/slideLayout" Target="../slideLayouts/slideLayout61.xml"/><Relationship Id="rId4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bmp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2.png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hyperlink" Target="https://www.ecanarys.com/Blogs/ArticleID/305/Extent-Reports-in-Selenium-CSharp-C" TargetMode="External"/><Relationship Id="rId2" Type="http://schemas.openxmlformats.org/officeDocument/2006/relationships/image" Target="../media/image43.png"/><Relationship Id="rId3" Type="http://schemas.openxmlformats.org/officeDocument/2006/relationships/slideLayout" Target="../slideLayouts/slideLayout61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45.jpeg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7.bmp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44.png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8.bmp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9.bmp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46.jpeg"/><Relationship Id="rId2" Type="http://schemas.openxmlformats.org/officeDocument/2006/relationships/slideLayout" Target="../slideLayouts/slideLayout6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hyperlink" Target="https://restsharp.dev/intro.html#getting-started" TargetMode="External"/><Relationship Id="rId2" Type="http://schemas.openxmlformats.org/officeDocument/2006/relationships/hyperlink" Target="https://www.extentreports.com/docs/versions/4/net/index.html" TargetMode="External"/><Relationship Id="rId3" Type="http://schemas.openxmlformats.org/officeDocument/2006/relationships/hyperlink" Target="http://json-schema.org/understanding-json-schema/" TargetMode="External"/><Relationship Id="rId4" Type="http://schemas.openxmlformats.org/officeDocument/2006/relationships/hyperlink" Target="https://learning.postman.com/docs/getting-started/introduction/" TargetMode="External"/><Relationship Id="rId5" Type="http://schemas.openxmlformats.org/officeDocument/2006/relationships/hyperlink" Target="https://methodpoet.com/fluent-assertions/" TargetMode="External"/><Relationship Id="rId6" Type="http://schemas.openxmlformats.org/officeDocument/2006/relationships/hyperlink" Target="https://json2csharp.com/" TargetMode="External"/><Relationship Id="rId7" Type="http://schemas.openxmlformats.org/officeDocument/2006/relationships/hyperlink" Target="https://www.nuget.org/packages/RestSharp" TargetMode="External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3" name="object 2"/>
          <p:cNvGrpSpPr/>
          <p:nvPr/>
        </p:nvGrpSpPr>
        <p:grpSpPr>
          <a:xfrm>
            <a:off x="0" y="0"/>
            <a:ext cx="12191760" cy="6857640"/>
            <a:chOff x="0" y="0"/>
            <a:chExt cx="12191760" cy="6857640"/>
          </a:xfrm>
        </p:grpSpPr>
        <p:sp>
          <p:nvSpPr>
            <p:cNvPr id="294" name="object 3"/>
            <p:cNvSpPr/>
            <p:nvPr/>
          </p:nvSpPr>
          <p:spPr>
            <a:xfrm>
              <a:off x="0" y="0"/>
              <a:ext cx="12191760" cy="6857640"/>
            </a:xfrm>
            <a:prstGeom prst="rect">
              <a:avLst/>
            </a:prstGeom>
            <a:blipFill>
              <a:blip r:embed="rId1"/>
              <a:srcRect l="0" t="0" r="0" b="0"/>
              <a:stretch>
                <a:fillRect/>
              </a:stretch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/>
          </p:txBody>
        </p:sp>
        <p:sp>
          <p:nvSpPr>
            <p:cNvPr id="295" name="object 4"/>
            <p:cNvSpPr/>
            <p:nvPr/>
          </p:nvSpPr>
          <p:spPr>
            <a:xfrm>
              <a:off x="1014480" y="928800"/>
              <a:ext cx="4838400" cy="4828680"/>
            </a:xfrm>
            <a:custGeom>
              <a:avLst/>
              <a:rect l="l" t="t" r="r" b="b"/>
              <a:pathLst>
                <a:path w="4838700" h="4829175">
                  <a:moveTo>
                    <a:pt x="0" y="4829175"/>
                  </a:moveTo>
                  <a:lnTo>
                    <a:pt x="4838700" y="4829175"/>
                  </a:lnTo>
                  <a:lnTo>
                    <a:pt x="4838700" y="0"/>
                  </a:lnTo>
                  <a:lnTo>
                    <a:pt x="0" y="0"/>
                  </a:lnTo>
                  <a:lnTo>
                    <a:pt x="0" y="4829175"/>
                  </a:lnTo>
                  <a:close/>
                </a:path>
              </a:pathLst>
            </a:custGeom>
            <a:noFill/>
            <a:ln w="889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/>
          </p:txBody>
        </p:sp>
        <p:sp>
          <p:nvSpPr>
            <p:cNvPr id="296" name="object 5"/>
            <p:cNvSpPr/>
            <p:nvPr/>
          </p:nvSpPr>
          <p:spPr>
            <a:xfrm>
              <a:off x="3724200" y="1314360"/>
              <a:ext cx="7457760" cy="5476680"/>
            </a:xfrm>
            <a:prstGeom prst="rect">
              <a:avLst/>
            </a:prstGeom>
            <a:blipFill>
              <a:blip r:embed="rId2"/>
              <a:srcRect l="0" t="0" r="0" b="0"/>
              <a:stretch>
                <a:fillRect/>
              </a:stretch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/>
          </p:txBody>
        </p:sp>
        <p:sp>
          <p:nvSpPr>
            <p:cNvPr id="297" name="object 6"/>
            <p:cNvSpPr/>
            <p:nvPr/>
          </p:nvSpPr>
          <p:spPr>
            <a:xfrm>
              <a:off x="10220400" y="209520"/>
              <a:ext cx="1733040" cy="1733040"/>
            </a:xfrm>
            <a:prstGeom prst="rect">
              <a:avLst/>
            </a:prstGeom>
            <a:blipFill>
              <a:blip r:embed="rId3"/>
              <a:srcRect l="0" t="0" r="0" b="0"/>
              <a:stretch>
                <a:fillRect/>
              </a:stretch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/>
          </p:txBody>
        </p:sp>
        <p:sp>
          <p:nvSpPr>
            <p:cNvPr id="298" name="object 7"/>
            <p:cNvSpPr/>
            <p:nvPr/>
          </p:nvSpPr>
          <p:spPr>
            <a:xfrm>
              <a:off x="5853240" y="1585800"/>
              <a:ext cx="360" cy="2171880"/>
            </a:xfrm>
            <a:custGeom>
              <a:avLst/>
              <a:rect l="l" t="t" r="r" b="b"/>
              <a:pathLst>
                <a:path w="0" h="2172335">
                  <a:moveTo>
                    <a:pt x="0" y="0"/>
                  </a:moveTo>
                  <a:lnTo>
                    <a:pt x="0" y="2172081"/>
                  </a:lnTo>
                </a:path>
              </a:pathLst>
            </a:custGeom>
            <a:noFill/>
            <a:ln w="889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/>
          </p:txBody>
        </p:sp>
      </p:grpSp>
      <p:sp>
        <p:nvSpPr>
          <p:cNvPr id="299" name="object 8"/>
          <p:cNvSpPr txBox="1"/>
          <p:nvPr/>
        </p:nvSpPr>
        <p:spPr>
          <a:xfrm>
            <a:off x="1457640" y="1360080"/>
            <a:ext cx="3949920" cy="2437200"/>
          </a:xfrm>
          <a:prstGeom prst="rect">
            <a:avLst/>
          </a:prstGeom>
          <a:noFill/>
          <a:ln w="0">
            <a:noFill/>
          </a:ln>
        </p:spPr>
        <p:txBody>
          <a:bodyPr lIns="0" tIns="7560" rIns="0" bIns="0">
            <a:noAutofit/>
          </a:bodyPr>
          <a:lstStyle/>
          <a:p>
            <a:pPr marL="12600">
              <a:lnSpc>
                <a:spcPct val="101000"/>
              </a:lnSpc>
              <a:spcBef>
                <a:spcPts val="60"/>
              </a:spcBef>
            </a:pPr>
            <a:r>
              <a:rPr lang="en-US" sz="3950" b="1" strike="noStrike" spc="-32">
                <a:solidFill>
                  <a:srgbClr val="FFFFFF"/>
                </a:solidFill>
                <a:latin typeface="Arial" pitchFamily="34" charset="0" panose="020B0604020202020204"/>
              </a:rPr>
              <a:t>API </a:t>
            </a:r>
            <a:r>
              <a:rPr lang="en-US" sz="3950" b="1" strike="noStrike" spc="-46">
                <a:solidFill>
                  <a:srgbClr val="FFFFFF"/>
                </a:solidFill>
                <a:latin typeface="Arial" pitchFamily="34" charset="0" panose="020B0604020202020204"/>
              </a:rPr>
              <a:t>Automated Testing with RestSharp (NUnit)</a:t>
            </a:r>
            <a:endParaRPr lang="en-US" sz="395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0" name="object 10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01" name="object 9"/>
          <p:cNvSpPr/>
          <p:nvPr/>
        </p:nvSpPr>
        <p:spPr>
          <a:xfrm>
            <a:off x="1479960" y="4862160"/>
            <a:ext cx="1472760" cy="683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125"/>
              </a:spcBef>
            </a:pPr>
            <a:r>
              <a:rPr lang="en-US" sz="1550" b="1" strike="noStrike" spc="-12">
                <a:solidFill>
                  <a:srgbClr val="FFFFFF"/>
                </a:solidFill>
                <a:latin typeface="Arial" pitchFamily="34" charset="0" panose="020B0604020202020204"/>
              </a:rPr>
              <a:t>NASHTECH</a:t>
            </a:r>
            <a:endParaRPr lang="en-US" sz="155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1550" b="0" strike="noStrike">
              <a:latin typeface="Arial" pitchFamily="34" charset="0" panose="020B0604020202020204"/>
            </a:endParaRPr>
          </a:p>
          <a:p>
            <a:pPr marL="33480">
              <a:lnSpc>
                <a:spcPct val="100000"/>
              </a:lnSpc>
            </a:pPr>
            <a:r>
              <a:rPr lang="en-US" sz="1500" b="0" strike="noStrike" spc="-41">
                <a:solidFill>
                  <a:srgbClr val="FFFFFF"/>
                </a:solidFill>
                <a:latin typeface="Arial" pitchFamily="34" charset="0" panose="020B0604020202020204"/>
              </a:rPr>
              <a:t>Truong Nguyen</a:t>
            </a:r>
            <a:endParaRPr lang="en-US" sz="15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2" name="object 2"/>
          <p:cNvGrpSpPr/>
          <p:nvPr/>
        </p:nvGrpSpPr>
        <p:grpSpPr>
          <a:xfrm>
            <a:off x="0" y="0"/>
            <a:ext cx="7171920" cy="6857640"/>
            <a:chOff x="0" y="0"/>
            <a:chExt cx="7171920" cy="6857640"/>
          </a:xfrm>
        </p:grpSpPr>
        <p:sp>
          <p:nvSpPr>
            <p:cNvPr id="303" name="object 3"/>
            <p:cNvSpPr/>
            <p:nvPr/>
          </p:nvSpPr>
          <p:spPr>
            <a:xfrm>
              <a:off x="0" y="0"/>
              <a:ext cx="7171920" cy="6857640"/>
            </a:xfrm>
            <a:prstGeom prst="rect">
              <a:avLst/>
            </a:prstGeom>
            <a:blipFill>
              <a:blip r:embed="rId1"/>
              <a:srcRect l="0" t="0" r="0" b="0"/>
              <a:stretch>
                <a:fillRect/>
              </a:stretch>
            </a:blipFill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/>
          </p:txBody>
        </p:sp>
        <p:sp>
          <p:nvSpPr>
            <p:cNvPr id="304" name="object 4"/>
            <p:cNvSpPr/>
            <p:nvPr/>
          </p:nvSpPr>
          <p:spPr>
            <a:xfrm>
              <a:off x="1157400" y="1081080"/>
              <a:ext cx="4819320" cy="2952360"/>
            </a:xfrm>
            <a:custGeom>
              <a:avLst/>
              <a:rect l="l" t="t" r="r" b="b"/>
              <a:pathLst>
                <a:path w="4819650" h="2952750">
                  <a:moveTo>
                    <a:pt x="0" y="2952623"/>
                  </a:moveTo>
                  <a:lnTo>
                    <a:pt x="4819142" y="2952623"/>
                  </a:lnTo>
                  <a:lnTo>
                    <a:pt x="4819142" y="0"/>
                  </a:lnTo>
                  <a:lnTo>
                    <a:pt x="0" y="0"/>
                  </a:lnTo>
                  <a:lnTo>
                    <a:pt x="0" y="2952623"/>
                  </a:lnTo>
                  <a:close/>
                </a:path>
              </a:pathLst>
            </a:custGeom>
            <a:noFill/>
            <a:ln w="8890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/>
            <a:lstStyle/>
            <a:p/>
          </p:txBody>
        </p:sp>
      </p:grpSp>
      <p:sp>
        <p:nvSpPr>
          <p:cNvPr id="305" name="object 5"/>
          <p:cNvSpPr/>
          <p:nvPr/>
        </p:nvSpPr>
        <p:spPr>
          <a:xfrm>
            <a:off x="7900920" y="1512000"/>
            <a:ext cx="4056259" cy="281855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 anchor="t">
            <a:spAutoFit/>
          </a:bodyPr>
          <a:lstStyle/>
          <a:p>
            <a:pPr marL="469265" indent="-457200">
              <a:lnSpc>
                <a:spcPct val="100000"/>
              </a:lnSpc>
              <a:spcBef>
                <a:spcPts val="125"/>
              </a:spcBef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9" dirty="0">
                <a:solidFill>
                  <a:srgbClr val="000000"/>
                </a:solidFill>
                <a:latin typeface="Calibri"/>
              </a:rPr>
              <a:t>What </a:t>
            </a:r>
            <a:r>
              <a:rPr lang="en-US" sz="2000" b="0" strike="noStrike" spc="-7" dirty="0">
                <a:solidFill>
                  <a:srgbClr val="000000"/>
                </a:solidFill>
                <a:latin typeface="Calibri"/>
              </a:rPr>
              <a:t>is </a:t>
            </a:r>
            <a:r>
              <a:rPr lang="en-US" sz="2000" b="0" strike="noStrike" spc="18" dirty="0">
                <a:solidFill>
                  <a:srgbClr val="000000"/>
                </a:solidFill>
                <a:latin typeface="Calibri"/>
              </a:rPr>
              <a:t>API</a:t>
            </a:r>
            <a:r>
              <a:rPr lang="en-US" sz="2000" b="0" strike="noStrike" spc="-145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21" dirty="0">
                <a:solidFill>
                  <a:srgbClr val="000000"/>
                </a:solidFill>
                <a:latin typeface="Calibri"/>
              </a:rPr>
              <a:t>Testing (skip)</a:t>
            </a:r>
          </a:p>
          <a:p>
            <a:pPr marL="469265" indent="-457200">
              <a:lnSpc>
                <a:spcPct val="100000"/>
              </a:lnSpc>
              <a:spcBef>
                <a:spcPts val="125"/>
              </a:spcBef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-21" dirty="0">
                <a:solidFill>
                  <a:srgbClr val="000000"/>
                </a:solidFill>
                <a:latin typeface="Calibri"/>
              </a:rPr>
              <a:t>Why we do API tests? (skip)</a:t>
            </a:r>
          </a:p>
          <a:p>
            <a:pPr marL="469265" indent="-457200">
              <a:lnSpc>
                <a:spcPct val="100000"/>
              </a:lnSpc>
              <a:spcBef>
                <a:spcPts val="125"/>
              </a:spcBef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-21" dirty="0">
                <a:solidFill>
                  <a:srgbClr val="000000"/>
                </a:solidFill>
                <a:latin typeface="Calibri"/>
              </a:rPr>
              <a:t>What is REST API? (skip)</a:t>
            </a:r>
          </a:p>
          <a:p>
            <a:pPr marL="469265" indent="-457200">
              <a:lnSpc>
                <a:spcPct val="100000"/>
              </a:lnSpc>
              <a:spcBef>
                <a:spcPts val="125"/>
              </a:spcBef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-21" dirty="0">
                <a:solidFill>
                  <a:srgbClr val="000000"/>
                </a:solidFill>
                <a:latin typeface="Calibri"/>
              </a:rPr>
              <a:t>What do you need to test an API?</a:t>
            </a:r>
          </a:p>
          <a:p>
            <a:pPr marL="469265" indent="-457200">
              <a:lnSpc>
                <a:spcPct val="100000"/>
              </a:lnSpc>
              <a:spcBef>
                <a:spcPts val="125"/>
              </a:spcBef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18" dirty="0">
                <a:solidFill>
                  <a:srgbClr val="000000"/>
                </a:solidFill>
                <a:latin typeface="Calibri"/>
              </a:rPr>
              <a:t>API </a:t>
            </a:r>
            <a:r>
              <a:rPr lang="en-US" sz="2000" b="0" strike="noStrike" spc="-21" dirty="0">
                <a:solidFill>
                  <a:srgbClr val="000000"/>
                </a:solidFill>
                <a:latin typeface="Calibri"/>
              </a:rPr>
              <a:t>Testing </a:t>
            </a:r>
            <a:r>
              <a:rPr lang="en-US" sz="2000" b="0" strike="noStrike" dirty="0">
                <a:solidFill>
                  <a:srgbClr val="000000"/>
                </a:solidFill>
                <a:latin typeface="Calibri"/>
              </a:rPr>
              <a:t>with</a:t>
            </a:r>
            <a:r>
              <a:rPr lang="en-US" sz="2000" b="0" strike="noStrike" spc="-216" dirty="0">
                <a:solidFill>
                  <a:srgbClr val="000000"/>
                </a:solidFill>
                <a:latin typeface="Calibri"/>
              </a:rPr>
              <a:t> </a:t>
            </a:r>
            <a:r>
              <a:rPr lang="en-US" sz="2000" b="0" strike="noStrike" spc="-7" dirty="0" err="1">
                <a:solidFill>
                  <a:srgbClr val="000000"/>
                </a:solidFill>
                <a:latin typeface="Calibri"/>
              </a:rPr>
              <a:t>RestSharp</a:t>
            </a:r>
            <a:endParaRPr lang="en-US" sz="2000" b="0" strike="noStrike" dirty="0" err="1">
              <a:latin typeface="Arial" pitchFamily="34" charset="0" panose="020B0604020202020204"/>
            </a:endParaRPr>
          </a:p>
          <a:p>
            <a:pPr marL="469265" indent="-457200">
              <a:lnSpc>
                <a:spcPct val="100000"/>
              </a:lnSpc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-15" dirty="0">
                <a:solidFill>
                  <a:srgbClr val="000000"/>
                </a:solidFill>
                <a:latin typeface="Calibri"/>
              </a:rPr>
              <a:t>Demo &amp; Exercises </a:t>
            </a:r>
          </a:p>
          <a:p>
            <a:pPr marL="469265" indent="-457200">
              <a:lnSpc>
                <a:spcPct val="100000"/>
              </a:lnSpc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r>
              <a:rPr lang="en-US" sz="2000" b="0" strike="noStrike" spc="-15" dirty="0">
                <a:solidFill>
                  <a:srgbClr val="000000"/>
                </a:solidFill>
                <a:latin typeface="Calibri"/>
              </a:rPr>
              <a:t>How to build an automation API testing framework</a:t>
            </a:r>
            <a:endParaRPr lang="en-US" sz="2000" b="0" strike="noStrike" dirty="0">
              <a:latin typeface="Arial" pitchFamily="34" charset="0" panose="020B0604020202020204"/>
            </a:endParaRPr>
          </a:p>
          <a:p>
            <a:pPr marL="469265" indent="-457200">
              <a:lnSpc>
                <a:spcPct val="100000"/>
              </a:lnSpc>
              <a:buClr>
                <a:srgbClr val="FF0000"/>
              </a:buClr>
              <a:buFont typeface="StarSymbol"/>
              <a:buAutoNum type="arabicPeriod"/>
              <a:tabLst>
                <a:tab pos="469800" algn="l"/>
                <a:tab pos="470520" algn="l"/>
              </a:tabLst>
            </a:pPr>
            <a:endParaRPr lang="en-US" sz="2000" b="0" strike="noStrike" dirty="0">
              <a:latin typeface="Arial" pitchFamily="34" charset="0" panose="020B0604020202020204"/>
            </a:endParaRPr>
          </a:p>
        </p:txBody>
      </p:sp>
      <p:sp>
        <p:nvSpPr>
          <p:cNvPr id="306" name="object 7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07" name="object 6"/>
          <p:cNvSpPr txBox="1"/>
          <p:nvPr/>
        </p:nvSpPr>
        <p:spPr>
          <a:xfrm>
            <a:off x="1593000" y="1388160"/>
            <a:ext cx="2293200" cy="122004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950" b="1" strike="noStrike" spc="-80">
                <a:solidFill>
                  <a:srgbClr val="FFFFFF"/>
                </a:solidFill>
                <a:latin typeface="Arial" pitchFamily="34" charset="0" panose="020B0604020202020204"/>
              </a:rPr>
              <a:t>A</a:t>
            </a:r>
            <a:r>
              <a:rPr lang="en-US" sz="3950" b="1" strike="noStrike" spc="-15">
                <a:solidFill>
                  <a:srgbClr val="FFFFFF"/>
                </a:solidFill>
                <a:latin typeface="Arial" pitchFamily="34" charset="0" panose="020B0604020202020204"/>
              </a:rPr>
              <a:t>g</a:t>
            </a:r>
            <a:r>
              <a:rPr lang="en-US" sz="3950" b="1" strike="noStrike" spc="-26">
                <a:solidFill>
                  <a:srgbClr val="FFFFFF"/>
                </a:solidFill>
                <a:latin typeface="Arial" pitchFamily="34" charset="0" panose="020B0604020202020204"/>
              </a:rPr>
              <a:t>e</a:t>
            </a:r>
            <a:r>
              <a:rPr lang="en-US" sz="3950" b="1" strike="noStrike" spc="-15">
                <a:solidFill>
                  <a:srgbClr val="FFFFFF"/>
                </a:solidFill>
                <a:latin typeface="Arial" pitchFamily="34" charset="0" panose="020B0604020202020204"/>
              </a:rPr>
              <a:t>nda</a:t>
            </a:r>
            <a:endParaRPr lang="en-US" sz="395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2520394" y="2641680"/>
            <a:ext cx="6354181" cy="861480"/>
          </a:xfrm>
        </p:spPr>
        <p:txBody>
          <a:bodyPr/>
          <a:lstStyle/>
          <a:p>
            <a:pPr marL="742950" indent="-742950">
              <a:buAutoNum type="arabicPeriod"/>
            </a:pPr>
            <a:r>
              <a:rPr lang="en-US" dirty="0">
                <a:solidFill>
                  <a:schemeClr val="bg1"/>
                </a:solidFill>
                <a:cs typeface="Arial" pitchFamily="34" charset="0" panose="020B0604020202020204"/>
              </a:rPr>
              <a:t>What is API Testing?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object 2"/>
          <p:cNvSpPr txBox="1"/>
          <p:nvPr/>
        </p:nvSpPr>
        <p:spPr>
          <a:xfrm>
            <a:off x="915840" y="377640"/>
            <a:ext cx="525636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What is an</a:t>
            </a:r>
            <a:r>
              <a:rPr lang="en-US" sz="3200" b="1" strike="noStrike" spc="-245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API?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9" name="object 3"/>
          <p:cNvSpPr/>
          <p:nvPr/>
        </p:nvSpPr>
        <p:spPr>
          <a:xfrm>
            <a:off x="916920" y="1339920"/>
            <a:ext cx="10046520" cy="2446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8320" rIns="0" bIns="0">
            <a:spAutoFit/>
          </a:bodyPr>
          <a:lstStyle/>
          <a:p>
            <a:pPr marL="320760" indent="-308160">
              <a:lnSpc>
                <a:spcPct val="100000"/>
              </a:lnSpc>
              <a:spcBef>
                <a:spcPts val="459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21480" algn="l"/>
              </a:tabLst>
            </a:pP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API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stands for “</a:t>
            </a:r>
            <a:r>
              <a:rPr lang="en-US" sz="2800" b="1" strike="noStrike" spc="-7">
                <a:solidFill>
                  <a:srgbClr val="FF0000"/>
                </a:solidFill>
                <a:latin typeface="Arial" pitchFamily="34" charset="0" panose="020B0604020202020204"/>
              </a:rPr>
              <a:t>A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pplication </a:t>
            </a:r>
            <a:r>
              <a:rPr lang="en-US" sz="2800" b="1" strike="noStrike">
                <a:solidFill>
                  <a:srgbClr val="FF0000"/>
                </a:solidFill>
                <a:latin typeface="Arial" pitchFamily="34" charset="0" panose="020B0604020202020204"/>
              </a:rPr>
              <a:t>P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rogramming</a:t>
            </a:r>
            <a:r>
              <a:rPr lang="en-US" sz="2800" b="0" strike="noStrike" spc="109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1" strike="noStrike" spc="-7">
                <a:solidFill>
                  <a:srgbClr val="FF0000"/>
                </a:solidFill>
                <a:latin typeface="Arial" pitchFamily="34" charset="0" panose="020B0604020202020204"/>
              </a:rPr>
              <a:t>I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nterface.”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241200" indent="-228960">
              <a:lnSpc>
                <a:spcPct val="100000"/>
              </a:lnSpc>
              <a:spcBef>
                <a:spcPts val="995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21480" algn="l"/>
              </a:tabLst>
            </a:pP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API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is an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interface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to an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application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designed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for other 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computer systems to</a:t>
            </a:r>
            <a:r>
              <a:rPr lang="en-US" sz="280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use.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241200" indent="-228960">
              <a:lnSpc>
                <a:spcPct val="100000"/>
              </a:lnSpc>
              <a:spcBef>
                <a:spcPts val="1009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21480" algn="l"/>
              </a:tabLst>
            </a:pP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APIs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can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be used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on web-based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systems,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operating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systems,  database systems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and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computer</a:t>
            </a:r>
            <a:r>
              <a:rPr lang="en-US" sz="28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hardware.</a:t>
            </a:r>
            <a:endParaRPr lang="en-US" sz="2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object 2"/>
          <p:cNvSpPr txBox="1"/>
          <p:nvPr/>
        </p:nvSpPr>
        <p:spPr>
          <a:xfrm>
            <a:off x="916200" y="372240"/>
            <a:ext cx="49705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-21">
                <a:solidFill>
                  <a:srgbClr val="E20512"/>
                </a:solidFill>
                <a:latin typeface="Arial" pitchFamily="34" charset="0" panose="020B0604020202020204"/>
              </a:rPr>
              <a:t>What </a:t>
            </a:r>
            <a:r>
              <a:rPr lang="en-US" sz="3200" b="1" strike="noStrike" spc="9">
                <a:solidFill>
                  <a:srgbClr val="E20512"/>
                </a:solidFill>
                <a:latin typeface="Arial" pitchFamily="34" charset="0" panose="020B0604020202020204"/>
              </a:rPr>
              <a:t>Is 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API </a:t>
            </a:r>
            <a:r>
              <a:rPr lang="en-US" sz="3200" b="1" strike="noStrike" spc="18">
                <a:solidFill>
                  <a:srgbClr val="E20512"/>
                </a:solidFill>
                <a:latin typeface="Arial" pitchFamily="34" charset="0" panose="020B0604020202020204"/>
              </a:rPr>
              <a:t>&amp; 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API</a:t>
            </a:r>
            <a:r>
              <a:rPr lang="en-US" sz="3200" b="1" strike="noStrike" spc="-426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 spc="-21">
                <a:solidFill>
                  <a:srgbClr val="E20512"/>
                </a:solidFill>
                <a:latin typeface="Arial" pitchFamily="34" charset="0" panose="020B0604020202020204"/>
              </a:rPr>
              <a:t>Testing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1" name="object 3"/>
          <p:cNvSpPr/>
          <p:nvPr/>
        </p:nvSpPr>
        <p:spPr>
          <a:xfrm>
            <a:off x="903240" y="1384920"/>
            <a:ext cx="5412960" cy="407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4000" rIns="0" bIns="0">
            <a:spAutoFit/>
          </a:bodyPr>
          <a:lstStyle/>
          <a:p>
            <a:pPr marL="298440" indent="-285480">
              <a:lnSpc>
                <a:spcPct val="91000"/>
              </a:lnSpc>
              <a:spcBef>
                <a:spcPts val="425"/>
              </a:spcBef>
              <a:buClr>
                <a:srgbClr val="E20512"/>
              </a:buClr>
              <a:buSzPct val="122000"/>
              <a:buFont typeface="Symbol" charset="2"/>
              <a:buChar char=""/>
              <a:tabLst>
                <a:tab pos="298440" algn="l"/>
              </a:tabLst>
            </a:pPr>
            <a:r>
              <a:rPr lang="en-US" sz="2750" b="0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API </a:t>
            </a:r>
            <a:r>
              <a:rPr lang="en-US" sz="275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enables </a:t>
            </a:r>
            <a:r>
              <a:rPr lang="en-US" sz="275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communication and  </a:t>
            </a:r>
            <a:r>
              <a:rPr lang="en-US" sz="2750" b="0" strike="noStrike">
                <a:solidFill>
                  <a:srgbClr val="313131"/>
                </a:solidFill>
                <a:latin typeface="Arial" pitchFamily="34" charset="0" panose="020B0604020202020204"/>
              </a:rPr>
              <a:t>data exchange </a:t>
            </a:r>
            <a:r>
              <a:rPr lang="en-US" sz="275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between </a:t>
            </a:r>
            <a:r>
              <a:rPr lang="en-US" sz="275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two  </a:t>
            </a:r>
            <a:r>
              <a:rPr lang="en-US" sz="275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separate </a:t>
            </a:r>
            <a:r>
              <a:rPr lang="en-US" sz="275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software</a:t>
            </a:r>
            <a:r>
              <a:rPr lang="en-US" sz="2750" b="0" strike="noStrike" spc="-18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75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system.</a:t>
            </a:r>
            <a:endParaRPr lang="en-US" sz="275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tabLst>
                <a:tab pos="298440" algn="l"/>
              </a:tabLst>
            </a:pPr>
            <a:endParaRPr lang="en-US" sz="2750" b="0" strike="noStrike">
              <a:latin typeface="Arial" pitchFamily="34" charset="0" panose="020B0604020202020204"/>
            </a:endParaRPr>
          </a:p>
          <a:p>
            <a:pPr marL="298440" indent="-285480" algn="just">
              <a:lnSpc>
                <a:spcPct val="91000"/>
              </a:lnSpc>
              <a:buClr>
                <a:srgbClr val="E20512"/>
              </a:buClr>
              <a:buSzPct val="122000"/>
              <a:buFont typeface="Arial" pitchFamily="34" charset="0" panose="020B0604020202020204"/>
              <a:buChar char="•"/>
              <a:tabLst>
                <a:tab pos="298440" algn="l"/>
              </a:tabLst>
            </a:pPr>
            <a:r>
              <a:rPr lang="en-US" sz="2750" b="0" strike="noStrike" spc="29">
                <a:solidFill>
                  <a:srgbClr val="313131"/>
                </a:solidFill>
                <a:latin typeface="Arial" pitchFamily="34" charset="0" panose="020B0604020202020204"/>
              </a:rPr>
              <a:t>The </a:t>
            </a:r>
            <a:r>
              <a:rPr lang="en-US" sz="275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purpose </a:t>
            </a:r>
            <a:r>
              <a:rPr lang="en-US" sz="2750" b="0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of API </a:t>
            </a:r>
            <a:r>
              <a:rPr lang="en-US" sz="2750" b="0" strike="noStrike" spc="-55">
                <a:solidFill>
                  <a:srgbClr val="313131"/>
                </a:solidFill>
                <a:latin typeface="Arial" pitchFamily="34" charset="0" panose="020B0604020202020204"/>
              </a:rPr>
              <a:t>Testing </a:t>
            </a:r>
            <a:r>
              <a:rPr lang="en-US" sz="2750" b="0" strike="noStrike" spc="-41">
                <a:solidFill>
                  <a:srgbClr val="313131"/>
                </a:solidFill>
                <a:latin typeface="Arial" pitchFamily="34" charset="0" panose="020B0604020202020204"/>
              </a:rPr>
              <a:t>is </a:t>
            </a:r>
            <a:r>
              <a:rPr lang="en-US" sz="2750" b="0" strike="noStrike">
                <a:solidFill>
                  <a:srgbClr val="313131"/>
                </a:solidFill>
                <a:latin typeface="Arial" pitchFamily="34" charset="0" panose="020B0604020202020204"/>
              </a:rPr>
              <a:t>to  </a:t>
            </a:r>
            <a:r>
              <a:rPr lang="en-US" sz="2750" b="0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check </a:t>
            </a:r>
            <a:r>
              <a:rPr lang="en-US" sz="275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the </a:t>
            </a:r>
            <a:r>
              <a:rPr lang="en-US" sz="275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functionality, </a:t>
            </a:r>
            <a:r>
              <a:rPr lang="en-US" sz="275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reliability,  </a:t>
            </a:r>
            <a:r>
              <a:rPr lang="en-US" sz="275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performance, and </a:t>
            </a:r>
            <a:r>
              <a:rPr lang="en-US" sz="275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security </a:t>
            </a:r>
            <a:r>
              <a:rPr lang="en-US" sz="2750" b="0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of </a:t>
            </a:r>
            <a:r>
              <a:rPr lang="en-US" sz="275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the  </a:t>
            </a:r>
            <a:r>
              <a:rPr lang="en-US" sz="275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programming</a:t>
            </a:r>
            <a:r>
              <a:rPr lang="en-US" sz="2750" b="0" strike="noStrike" spc="22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75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interfaces.</a:t>
            </a:r>
            <a:endParaRPr lang="en-US" sz="275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tabLst>
                <a:tab pos="298440" algn="l"/>
              </a:tabLst>
            </a:pPr>
            <a:endParaRPr lang="en-US" sz="2750" b="0" strike="noStrike">
              <a:latin typeface="Arial" pitchFamily="34" charset="0" panose="020B0604020202020204"/>
            </a:endParaRPr>
          </a:p>
        </p:txBody>
      </p:sp>
      <p:sp>
        <p:nvSpPr>
          <p:cNvPr id="312" name="object 4"/>
          <p:cNvSpPr/>
          <p:nvPr/>
        </p:nvSpPr>
        <p:spPr>
          <a:xfrm>
            <a:off x="6734160" y="1469880"/>
            <a:ext cx="5028840" cy="198144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13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object 2"/>
          <p:cNvSpPr txBox="1"/>
          <p:nvPr/>
        </p:nvSpPr>
        <p:spPr>
          <a:xfrm>
            <a:off x="915840" y="377640"/>
            <a:ext cx="40204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What is API</a:t>
            </a:r>
            <a:r>
              <a:rPr lang="en-US" sz="3200" b="1" strike="noStrike" spc="-197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 spc="-35">
                <a:solidFill>
                  <a:srgbClr val="E20512"/>
                </a:solidFill>
                <a:latin typeface="Arial" pitchFamily="34" charset="0" panose="020B0604020202020204"/>
              </a:rPr>
              <a:t>Testing?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5" name="object 3"/>
          <p:cNvSpPr/>
          <p:nvPr/>
        </p:nvSpPr>
        <p:spPr>
          <a:xfrm>
            <a:off x="916920" y="1339920"/>
            <a:ext cx="10315080" cy="2886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83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459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It is a type of software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testing that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involves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testing </a:t>
            </a: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APIs</a:t>
            </a:r>
            <a:r>
              <a:rPr lang="en-US" sz="2800" b="0" strike="noStrike" spc="-5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directly.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241200" indent="-228960">
              <a:lnSpc>
                <a:spcPct val="100000"/>
              </a:lnSpc>
              <a:spcBef>
                <a:spcPts val="995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It is to check whether the </a:t>
            </a: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API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meets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expectations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in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terms</a:t>
            </a:r>
            <a:r>
              <a:rPr lang="en-US" sz="2800" b="0" strike="noStrike" spc="-9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of </a:t>
            </a:r>
            <a:r>
              <a:rPr lang="en-US" sz="2800" b="0" strike="noStrike">
                <a:solidFill>
                  <a:srgbClr val="FF0000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 spc="-15">
                <a:solidFill>
                  <a:srgbClr val="FF0000"/>
                </a:solidFill>
                <a:latin typeface="Arial" pitchFamily="34" charset="0" panose="020B0604020202020204"/>
              </a:rPr>
              <a:t>functionality, </a:t>
            </a:r>
            <a:r>
              <a:rPr lang="en-US" sz="2800" b="0" strike="noStrike" spc="-21">
                <a:solidFill>
                  <a:srgbClr val="FF0000"/>
                </a:solidFill>
                <a:latin typeface="Arial" pitchFamily="34" charset="0" panose="020B0604020202020204"/>
              </a:rPr>
              <a:t>reliability, </a:t>
            </a:r>
            <a:r>
              <a:rPr lang="en-US" sz="2800" b="0" strike="noStrike">
                <a:solidFill>
                  <a:srgbClr val="FF0000"/>
                </a:solidFill>
                <a:latin typeface="Arial" pitchFamily="34" charset="0" panose="020B0604020202020204"/>
              </a:rPr>
              <a:t>performance, </a:t>
            </a:r>
            <a:r>
              <a:rPr lang="en-US" sz="2800" b="0" strike="noStrike" spc="-7">
                <a:solidFill>
                  <a:srgbClr val="FF0000"/>
                </a:solidFill>
                <a:latin typeface="Arial" pitchFamily="34" charset="0" panose="020B0604020202020204"/>
              </a:rPr>
              <a:t>and </a:t>
            </a:r>
            <a:r>
              <a:rPr lang="en-US" sz="2800" b="0" strike="noStrike">
                <a:solidFill>
                  <a:srgbClr val="FF0000"/>
                </a:solidFill>
                <a:latin typeface="Arial" pitchFamily="34" charset="0" panose="020B0604020202020204"/>
              </a:rPr>
              <a:t>security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of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an  application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241200" indent="-228960">
              <a:lnSpc>
                <a:spcPts val="3359"/>
              </a:lnSpc>
              <a:spcBef>
                <a:spcPts val="1120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241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In </a:t>
            </a: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API </a:t>
            </a:r>
            <a:r>
              <a:rPr lang="en-US" sz="2800" b="0" strike="noStrike" spc="-52">
                <a:solidFill>
                  <a:srgbClr val="313131"/>
                </a:solidFill>
                <a:latin typeface="Arial" pitchFamily="34" charset="0" panose="020B0604020202020204"/>
              </a:rPr>
              <a:t>Testing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our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main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focus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will be on a </a:t>
            </a:r>
            <a:r>
              <a:rPr lang="en-US" sz="2800" b="0" strike="noStrike" spc="-7">
                <a:solidFill>
                  <a:srgbClr val="FF0000"/>
                </a:solidFill>
                <a:latin typeface="Arial" pitchFamily="34" charset="0" panose="020B0604020202020204"/>
              </a:rPr>
              <a:t>Business </a:t>
            </a:r>
            <a:r>
              <a:rPr lang="en-US" sz="2800" b="0" strike="noStrike">
                <a:solidFill>
                  <a:srgbClr val="FF0000"/>
                </a:solidFill>
                <a:latin typeface="Arial" pitchFamily="34" charset="0" panose="020B0604020202020204"/>
              </a:rPr>
              <a:t>logic layer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of the software</a:t>
            </a:r>
            <a:r>
              <a:rPr lang="en-US" sz="28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architecture</a:t>
            </a:r>
            <a:endParaRPr lang="en-US" sz="2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object 2"/>
          <p:cNvSpPr txBox="1"/>
          <p:nvPr/>
        </p:nvSpPr>
        <p:spPr>
          <a:xfrm>
            <a:off x="916200" y="372240"/>
            <a:ext cx="22467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API</a:t>
            </a:r>
            <a:r>
              <a:rPr lang="en-US" sz="3200" b="1" strike="noStrike" spc="-12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 spc="-21">
                <a:solidFill>
                  <a:srgbClr val="E20512"/>
                </a:solidFill>
                <a:latin typeface="Arial" pitchFamily="34" charset="0" panose="020B0604020202020204"/>
              </a:rPr>
              <a:t>Testing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7" name="object 3"/>
          <p:cNvSpPr/>
          <p:nvPr/>
        </p:nvSpPr>
        <p:spPr>
          <a:xfrm>
            <a:off x="1987560" y="2038320"/>
            <a:ext cx="7367040" cy="286092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18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2111977" y="2641680"/>
            <a:ext cx="6762598" cy="861480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  <a:cs typeface="Arial" pitchFamily="34" charset="0" panose="020B0604020202020204"/>
              </a:rPr>
            </a:br>
            <a:r>
              <a:rPr lang="en-US" dirty="0">
                <a:solidFill>
                  <a:schemeClr val="bg1"/>
                </a:solidFill>
                <a:cs typeface="Arial" pitchFamily="34" charset="0" panose="020B0604020202020204"/>
              </a:rPr>
              <a:t>2. Why we do API tests?</a:t>
            </a:r>
          </a:p>
          <a:p>
            <a:endParaRPr lang="en-US" dirty="0">
              <a:solidFill>
                <a:schemeClr val="bg1"/>
              </a:solidFill>
              <a:cs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object 2"/>
          <p:cNvSpPr txBox="1"/>
          <p:nvPr/>
        </p:nvSpPr>
        <p:spPr>
          <a:xfrm>
            <a:off x="916200" y="372240"/>
            <a:ext cx="41868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-32">
                <a:solidFill>
                  <a:srgbClr val="E20512"/>
                </a:solidFill>
                <a:latin typeface="Arial" pitchFamily="34" charset="0" panose="020B0604020202020204"/>
              </a:rPr>
              <a:t>Why </a:t>
            </a:r>
            <a:r>
              <a:rPr lang="en-US" sz="3200" b="1" strike="noStrike" spc="-80">
                <a:solidFill>
                  <a:srgbClr val="E20512"/>
                </a:solidFill>
                <a:latin typeface="Arial" pitchFamily="34" charset="0" panose="020B0604020202020204"/>
              </a:rPr>
              <a:t>We </a:t>
            </a:r>
            <a:r>
              <a:rPr lang="en-US" sz="3200" b="1" strike="noStrike" spc="18">
                <a:solidFill>
                  <a:srgbClr val="E20512"/>
                </a:solidFill>
                <a:latin typeface="Arial" pitchFamily="34" charset="0" panose="020B0604020202020204"/>
              </a:rPr>
              <a:t>Do 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API</a:t>
            </a:r>
            <a:r>
              <a:rPr lang="en-US" sz="3200" b="1" strike="noStrike" spc="-52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 spc="-26">
                <a:solidFill>
                  <a:srgbClr val="E20512"/>
                </a:solidFill>
                <a:latin typeface="Arial" pitchFamily="34" charset="0" panose="020B0604020202020204"/>
              </a:rPr>
              <a:t>Tests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0" name="object 3"/>
          <p:cNvSpPr/>
          <p:nvPr/>
        </p:nvSpPr>
        <p:spPr>
          <a:xfrm>
            <a:off x="917640" y="1472400"/>
            <a:ext cx="6057720" cy="3967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>
            <a:spAutoFit/>
          </a:bodyPr>
          <a:lstStyle/>
          <a:p>
            <a:pPr marL="298440" indent="-286200">
              <a:lnSpc>
                <a:spcPct val="100000"/>
              </a:lnSpc>
              <a:spcBef>
                <a:spcPts val="125"/>
              </a:spcBef>
              <a:buClr>
                <a:srgbClr val="E20512"/>
              </a:buClr>
              <a:buSzPct val="122000"/>
              <a:buFont typeface="Symbol" charset="2"/>
              <a:buChar char=""/>
              <a:tabLst>
                <a:tab pos="299160" algn="l"/>
              </a:tabLst>
            </a:pPr>
            <a:r>
              <a:rPr lang="en-US" sz="275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Identifies </a:t>
            </a:r>
            <a:r>
              <a:rPr lang="en-US" sz="2750" b="0" strike="noStrike" spc="29">
                <a:solidFill>
                  <a:srgbClr val="313131"/>
                </a:solidFill>
                <a:latin typeface="Arial" pitchFamily="34" charset="0" panose="020B0604020202020204"/>
              </a:rPr>
              <a:t>bugs </a:t>
            </a:r>
            <a:r>
              <a:rPr lang="en-US" sz="275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before </a:t>
            </a:r>
            <a:r>
              <a:rPr lang="en-US" sz="2750" b="0" strike="noStrike" spc="-46">
                <a:solidFill>
                  <a:srgbClr val="313131"/>
                </a:solidFill>
                <a:latin typeface="Arial" pitchFamily="34" charset="0" panose="020B0604020202020204"/>
              </a:rPr>
              <a:t>it </a:t>
            </a:r>
            <a:r>
              <a:rPr lang="en-US" sz="275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goes </a:t>
            </a:r>
            <a:r>
              <a:rPr lang="en-US" sz="275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to</a:t>
            </a:r>
            <a:r>
              <a:rPr lang="en-US" sz="2750" b="0" strike="noStrike" spc="-137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75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UI</a:t>
            </a:r>
            <a:endParaRPr lang="en-US" sz="275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  <a:spcBef>
                <a:spcPts val="26"/>
              </a:spcBef>
              <a:tabLst>
                <a:tab pos="299160" algn="l"/>
              </a:tabLst>
            </a:pPr>
            <a:endParaRPr lang="en-US" sz="2750" b="0" strike="noStrike">
              <a:latin typeface="Arial" pitchFamily="34" charset="0" panose="020B0604020202020204"/>
            </a:endParaRPr>
          </a:p>
          <a:p>
            <a:pPr marL="298440" indent="-286200">
              <a:lnSpc>
                <a:spcPts val="2999"/>
              </a:lnSpc>
              <a:buClr>
                <a:srgbClr val="E20512"/>
              </a:buClr>
              <a:buSzPct val="122000"/>
              <a:buFont typeface="Arial" pitchFamily="34" charset="0" panose="020B0604020202020204"/>
              <a:buChar char="•"/>
              <a:tabLst>
                <a:tab pos="299160" algn="l"/>
                <a:tab pos="1755720" algn="l"/>
              </a:tabLst>
            </a:pPr>
            <a:r>
              <a:rPr lang="en-US" sz="275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Effective	</a:t>
            </a:r>
            <a:r>
              <a:rPr lang="en-US" sz="275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testing </a:t>
            </a:r>
            <a:r>
              <a:rPr lang="en-US" sz="275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at </a:t>
            </a:r>
            <a:r>
              <a:rPr lang="en-US" sz="275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a </a:t>
            </a:r>
            <a:r>
              <a:rPr lang="en-US" sz="275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lower </a:t>
            </a:r>
            <a:r>
              <a:rPr lang="en-US" sz="275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level </a:t>
            </a:r>
            <a:r>
              <a:rPr lang="en-US" sz="275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over  </a:t>
            </a:r>
            <a:r>
              <a:rPr lang="en-US" sz="275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high-level</a:t>
            </a:r>
            <a:endParaRPr lang="en-US" sz="275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  <a:spcBef>
                <a:spcPts val="51"/>
              </a:spcBef>
              <a:tabLst>
                <a:tab pos="299160" algn="l"/>
                <a:tab pos="1755720" algn="l"/>
              </a:tabLst>
            </a:pPr>
            <a:endParaRPr lang="en-US" sz="2750" b="0" strike="noStrike">
              <a:latin typeface="Arial" pitchFamily="34" charset="0" panose="020B0604020202020204"/>
            </a:endParaRPr>
          </a:p>
          <a:p>
            <a:pPr marL="298440" indent="-286200">
              <a:lnSpc>
                <a:spcPct val="100000"/>
              </a:lnSpc>
              <a:spcBef>
                <a:spcPts val="6"/>
              </a:spcBef>
              <a:buClr>
                <a:srgbClr val="E20512"/>
              </a:buClr>
              <a:buSzPct val="122000"/>
              <a:buFont typeface="Arial" pitchFamily="34" charset="0" panose="020B0604020202020204"/>
              <a:buChar char="•"/>
              <a:tabLst>
                <a:tab pos="299160" algn="l"/>
              </a:tabLst>
            </a:pPr>
            <a:r>
              <a:rPr lang="en-US" sz="275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Reduces </a:t>
            </a:r>
            <a:r>
              <a:rPr lang="en-US" sz="275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future </a:t>
            </a:r>
            <a:r>
              <a:rPr lang="en-US" sz="275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efforts </a:t>
            </a:r>
            <a:r>
              <a:rPr lang="en-US" sz="2750" b="0" strike="noStrike">
                <a:solidFill>
                  <a:srgbClr val="313131"/>
                </a:solidFill>
                <a:latin typeface="Arial" pitchFamily="34" charset="0" panose="020B0604020202020204"/>
              </a:rPr>
              <a:t>to </a:t>
            </a:r>
            <a:r>
              <a:rPr lang="en-US" sz="275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fix</a:t>
            </a:r>
            <a:r>
              <a:rPr lang="en-US" sz="2750" b="0" strike="noStrike" spc="58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750" b="0" strike="noStrike">
                <a:solidFill>
                  <a:srgbClr val="313131"/>
                </a:solidFill>
                <a:latin typeface="Arial" pitchFamily="34" charset="0" panose="020B0604020202020204"/>
              </a:rPr>
              <a:t>defects</a:t>
            </a:r>
            <a:endParaRPr lang="en-US" sz="275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tabLst>
                <a:tab pos="299160" algn="l"/>
              </a:tabLst>
            </a:pPr>
            <a:endParaRPr lang="en-US" sz="2750" b="0" strike="noStrike">
              <a:latin typeface="Arial" pitchFamily="34" charset="0" panose="020B0604020202020204"/>
            </a:endParaRPr>
          </a:p>
          <a:p>
            <a:pPr marL="298440" indent="-286200">
              <a:lnSpc>
                <a:spcPct val="100000"/>
              </a:lnSpc>
              <a:buClr>
                <a:srgbClr val="E20512"/>
              </a:buClr>
              <a:buSzPct val="122000"/>
              <a:buFont typeface="Arial" pitchFamily="34" charset="0" panose="020B0604020202020204"/>
              <a:buChar char="•"/>
              <a:tabLst>
                <a:tab pos="299160" algn="l"/>
              </a:tabLst>
            </a:pPr>
            <a:r>
              <a:rPr lang="en-US" sz="275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Time-saving</a:t>
            </a:r>
            <a:endParaRPr lang="en-US" sz="2750" b="0" strike="noStrike">
              <a:latin typeface="Arial" pitchFamily="34" charset="0" panose="020B0604020202020204"/>
            </a:endParaRPr>
          </a:p>
        </p:txBody>
      </p:sp>
      <p:sp>
        <p:nvSpPr>
          <p:cNvPr id="321" name="object 4"/>
          <p:cNvSpPr/>
          <p:nvPr/>
        </p:nvSpPr>
        <p:spPr>
          <a:xfrm>
            <a:off x="7256160" y="1665720"/>
            <a:ext cx="4365000" cy="356580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22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2111977" y="2641680"/>
            <a:ext cx="6762598" cy="861480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  <a:cs typeface="Arial" pitchFamily="34" charset="0" panose="020B0604020202020204"/>
              </a:rPr>
            </a:br>
            <a:r>
              <a:rPr lang="en-US" dirty="0">
                <a:solidFill>
                  <a:schemeClr val="bg1"/>
                </a:solidFill>
                <a:cs typeface="Arial" pitchFamily="34" charset="0" panose="020B0604020202020204"/>
              </a:rPr>
              <a:t>3. What is REST API</a:t>
            </a:r>
          </a:p>
          <a:p>
            <a:endParaRPr lang="en-US" dirty="0">
              <a:solidFill>
                <a:schemeClr val="bg1"/>
              </a:solidFill>
              <a:cs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object 2"/>
          <p:cNvSpPr txBox="1"/>
          <p:nvPr/>
        </p:nvSpPr>
        <p:spPr>
          <a:xfrm>
            <a:off x="915840" y="377640"/>
            <a:ext cx="34408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What is REST</a:t>
            </a:r>
            <a:r>
              <a:rPr lang="en-US" sz="3200" b="1" strike="noStrike" spc="-242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API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4" name="object 3"/>
          <p:cNvSpPr/>
          <p:nvPr/>
        </p:nvSpPr>
        <p:spPr>
          <a:xfrm>
            <a:off x="916920" y="1339920"/>
            <a:ext cx="9570960" cy="2440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83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459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REST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is acronym for </a:t>
            </a:r>
            <a:r>
              <a:rPr lang="en-US" sz="2800" b="1" strike="noStrike" spc="-7">
                <a:solidFill>
                  <a:srgbClr val="FF0000"/>
                </a:solidFill>
                <a:latin typeface="Arial" pitchFamily="34" charset="0" panose="020B0604020202020204"/>
              </a:rPr>
              <a:t>RE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presentational </a:t>
            </a:r>
            <a:r>
              <a:rPr lang="en-US" sz="2800" b="1" strike="noStrike" spc="-7">
                <a:solidFill>
                  <a:srgbClr val="FF0000"/>
                </a:solidFill>
                <a:latin typeface="Arial" pitchFamily="34" charset="0" panose="020B0604020202020204"/>
              </a:rPr>
              <a:t>S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tate</a:t>
            </a:r>
            <a:r>
              <a:rPr lang="en-US" sz="2800" b="0" strike="noStrike" spc="77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1" strike="noStrike" spc="-7">
                <a:solidFill>
                  <a:srgbClr val="FF0000"/>
                </a:solidFill>
                <a:latin typeface="Arial" pitchFamily="34" charset="0" panose="020B0604020202020204"/>
              </a:rPr>
              <a:t>T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ransfer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340200" indent="-327960">
              <a:lnSpc>
                <a:spcPct val="100000"/>
              </a:lnSpc>
              <a:spcBef>
                <a:spcPts val="995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It is an architectural style for building web services. It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referred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to as RESTful </a:t>
            </a: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API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or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RESTful web</a:t>
            </a:r>
            <a:r>
              <a:rPr lang="en-US" sz="2800" b="0" strike="noStrike" spc="-80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service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241200" indent="-228960">
              <a:lnSpc>
                <a:spcPct val="100000"/>
              </a:lnSpc>
              <a:spcBef>
                <a:spcPts val="100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It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is an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application program interface </a:t>
            </a:r>
            <a:r>
              <a:rPr lang="en-US" sz="28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(</a:t>
            </a:r>
            <a:r>
              <a:rPr lang="en-US" sz="2800" b="0" u="heavy" strike="noStrike" spc="4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 pitchFamily="34" charset="0" panose="020B0604020202020204"/>
                <a:hlinkClick r:id="rId1"/>
              </a:rPr>
              <a:t>API</a:t>
            </a:r>
            <a:r>
              <a:rPr lang="en-US" sz="28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)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that uses </a:t>
            </a: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HTTP 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requests to </a:t>
            </a:r>
            <a:r>
              <a:rPr lang="en-US" sz="2800" b="0" strike="noStrike" spc="-86">
                <a:solidFill>
                  <a:srgbClr val="313131"/>
                </a:solidFill>
                <a:latin typeface="Arial" pitchFamily="34" charset="0" panose="020B0604020202020204"/>
              </a:rPr>
              <a:t>GET, PUT, </a:t>
            </a: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POST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and DELETE</a:t>
            </a:r>
            <a:r>
              <a:rPr lang="en-US" sz="2800" b="0" strike="noStrike" spc="168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data.</a:t>
            </a:r>
            <a:endParaRPr lang="en-US" sz="2800" b="0" strike="noStrike">
              <a:latin typeface="Arial" pitchFamily="34" charset="0" panose="020B0604020202020204"/>
            </a:endParaRPr>
          </a:p>
        </p:txBody>
      </p:sp>
      <p:sp>
        <p:nvSpPr>
          <p:cNvPr id="325" name="object 4"/>
          <p:cNvSpPr/>
          <p:nvPr/>
        </p:nvSpPr>
        <p:spPr>
          <a:xfrm>
            <a:off x="1098720" y="3765960"/>
            <a:ext cx="6673320" cy="2689560"/>
          </a:xfrm>
          <a:prstGeom prst="rect">
            <a:avLst/>
          </a:prstGeom>
          <a:blipFill>
            <a:blip r:embed="rId2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object 2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 pitchFamily="34" charset="0" panose="020B0604020202020204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Concepts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7" name="object 3"/>
          <p:cNvSpPr/>
          <p:nvPr/>
        </p:nvSpPr>
        <p:spPr>
          <a:xfrm>
            <a:off x="916920" y="1339920"/>
            <a:ext cx="9793080" cy="1890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583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459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stands for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Hypertext </a:t>
            </a:r>
            <a:r>
              <a:rPr lang="en-US" sz="28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Transfer</a:t>
            </a:r>
            <a:r>
              <a:rPr lang="en-US" sz="28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Protocol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241200" indent="-228960">
              <a:lnSpc>
                <a:spcPct val="100000"/>
              </a:lnSpc>
              <a:spcBef>
                <a:spcPts val="995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lang="en-US" sz="2800" b="1" i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800" b="1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Request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is a packet of information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that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one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computer 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sends to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another computer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to communicate</a:t>
            </a:r>
            <a:r>
              <a:rPr lang="en-US" sz="2800" b="0" strike="noStrike" spc="5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something</a:t>
            </a:r>
            <a:endParaRPr lang="en-US" sz="2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object 2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 pitchFamily="34" charset="0" panose="020B0604020202020204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Concepts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9" name="object 3"/>
          <p:cNvSpPr/>
          <p:nvPr/>
        </p:nvSpPr>
        <p:spPr>
          <a:xfrm>
            <a:off x="916920" y="1310760"/>
            <a:ext cx="8368200" cy="3279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71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68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800" b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Request</a:t>
            </a:r>
            <a:r>
              <a:rPr lang="en-US" sz="2800" b="1" strike="noStrike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Structure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782280" lvl="1" indent="-312840">
              <a:lnSpc>
                <a:spcPct val="100000"/>
              </a:lnSpc>
              <a:spcBef>
                <a:spcPts val="510"/>
              </a:spcBef>
              <a:buClr>
                <a:srgbClr val="566BE2"/>
              </a:buClr>
              <a:buFont typeface="Carlito"/>
              <a:buChar char="-"/>
              <a:tabLst>
                <a:tab pos="782280" algn="l"/>
                <a:tab pos="78300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400" b="0" strike="noStrike" spc="-32">
                <a:solidFill>
                  <a:srgbClr val="FF0000"/>
                </a:solidFill>
                <a:latin typeface="Arial" pitchFamily="34" charset="0" panose="020B0604020202020204"/>
              </a:rPr>
              <a:t>Verbs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: </a:t>
            </a:r>
            <a:r>
              <a:rPr lang="en-US" sz="2400" b="0" strike="noStrike" spc="-66">
                <a:solidFill>
                  <a:srgbClr val="313131"/>
                </a:solidFill>
                <a:latin typeface="Arial" pitchFamily="34" charset="0" panose="020B0604020202020204"/>
              </a:rPr>
              <a:t>GET, </a:t>
            </a:r>
            <a:r>
              <a:rPr lang="en-US" sz="2400" b="0" strike="noStrike" spc="-55">
                <a:solidFill>
                  <a:srgbClr val="313131"/>
                </a:solidFill>
                <a:latin typeface="Arial" pitchFamily="34" charset="0" panose="020B0604020202020204"/>
              </a:rPr>
              <a:t>POST, </a:t>
            </a:r>
            <a:r>
              <a:rPr lang="en-US" sz="2400" b="0" strike="noStrike" spc="-72">
                <a:solidFill>
                  <a:srgbClr val="313131"/>
                </a:solidFill>
                <a:latin typeface="Arial" pitchFamily="34" charset="0" panose="020B0604020202020204"/>
              </a:rPr>
              <a:t>PUT,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DELETE</a:t>
            </a:r>
            <a:r>
              <a:rPr lang="en-US" sz="2400" b="0" strike="noStrike" spc="148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…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765720" lvl="1" indent="-2955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765000" algn="l"/>
                <a:tab pos="765720" algn="l"/>
              </a:tabLst>
            </a:pP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 set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of HTTP</a:t>
            </a:r>
            <a:r>
              <a:rPr lang="en-US" sz="2400" b="0" strike="noStrike" spc="-18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7">
                <a:solidFill>
                  <a:srgbClr val="FF0000"/>
                </a:solidFill>
                <a:latin typeface="Arial" pitchFamily="34" charset="0" panose="020B0604020202020204"/>
              </a:rPr>
              <a:t>Headers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1155600" lvl="2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Symbol" charset="2"/>
              <a:buChar char=""/>
              <a:tabLst>
                <a:tab pos="1155600" algn="l"/>
                <a:tab pos="1156320" algn="l"/>
              </a:tabLst>
            </a:pPr>
            <a:r>
              <a:rPr lang="en-US" sz="20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type </a:t>
            </a:r>
            <a:r>
              <a:rPr lang="en-US" sz="2000" b="0" strike="noStrike">
                <a:solidFill>
                  <a:srgbClr val="313131"/>
                </a:solidFill>
                <a:latin typeface="Arial" pitchFamily="34" charset="0" panose="020B0604020202020204"/>
              </a:rPr>
              <a:t>of</a:t>
            </a:r>
            <a:r>
              <a:rPr lang="en-US" sz="20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>
                <a:solidFill>
                  <a:srgbClr val="313131"/>
                </a:solidFill>
                <a:latin typeface="Arial" pitchFamily="34" charset="0" panose="020B0604020202020204"/>
              </a:rPr>
              <a:t>Browser</a:t>
            </a:r>
            <a:endParaRPr lang="en-US" sz="2000" b="0" strike="noStrike">
              <a:latin typeface="Arial" pitchFamily="34" charset="0" panose="020B0604020202020204"/>
            </a:endParaRPr>
          </a:p>
          <a:p>
            <a:pPr marL="1155600" lvl="2" indent="-228960">
              <a:lnSpc>
                <a:spcPct val="100000"/>
              </a:lnSpc>
              <a:spcBef>
                <a:spcPts val="510"/>
              </a:spcBef>
              <a:buClr>
                <a:srgbClr val="566BE2"/>
              </a:buClr>
              <a:buFont typeface="Symbol" charset="2"/>
              <a:buChar char=""/>
              <a:tabLst>
                <a:tab pos="1155600" algn="l"/>
                <a:tab pos="1156320" algn="l"/>
              </a:tabLst>
            </a:pPr>
            <a:r>
              <a:rPr lang="en-US" sz="20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type </a:t>
            </a:r>
            <a:r>
              <a:rPr lang="en-US" sz="2000" b="0" strike="noStrike">
                <a:solidFill>
                  <a:srgbClr val="313131"/>
                </a:solidFill>
                <a:latin typeface="Arial" pitchFamily="34" charset="0" panose="020B0604020202020204"/>
              </a:rPr>
              <a:t>of</a:t>
            </a:r>
            <a:r>
              <a:rPr lang="en-US" sz="20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>
                <a:solidFill>
                  <a:srgbClr val="313131"/>
                </a:solidFill>
                <a:latin typeface="Arial" pitchFamily="34" charset="0" panose="020B0604020202020204"/>
              </a:rPr>
              <a:t>content</a:t>
            </a:r>
            <a:endParaRPr lang="en-US" sz="2000" b="0" strike="noStrike">
              <a:latin typeface="Arial" pitchFamily="34" charset="0" panose="020B0604020202020204"/>
            </a:endParaRPr>
          </a:p>
          <a:p>
            <a:pPr marL="1155600" lvl="2" indent="-228960">
              <a:lnSpc>
                <a:spcPct val="100000"/>
              </a:lnSpc>
              <a:spcBef>
                <a:spcPts val="490"/>
              </a:spcBef>
              <a:buClr>
                <a:srgbClr val="566BE2"/>
              </a:buClr>
              <a:buFont typeface="Symbol" charset="2"/>
              <a:buChar char=""/>
              <a:tabLst>
                <a:tab pos="1155600" algn="l"/>
                <a:tab pos="1156320" algn="l"/>
              </a:tabLst>
            </a:pPr>
            <a:r>
              <a:rPr lang="en-US" sz="2000" b="0" strike="noStrike">
                <a:solidFill>
                  <a:srgbClr val="313131"/>
                </a:solidFill>
                <a:latin typeface="Arial" pitchFamily="34" charset="0" panose="020B0604020202020204"/>
              </a:rPr>
              <a:t>what </a:t>
            </a:r>
            <a:r>
              <a:rPr lang="en-US" sz="20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type </a:t>
            </a:r>
            <a:r>
              <a:rPr lang="en-US" sz="2000" b="0" strike="noStrike">
                <a:solidFill>
                  <a:srgbClr val="313131"/>
                </a:solidFill>
                <a:latin typeface="Arial" pitchFamily="34" charset="0" panose="020B0604020202020204"/>
              </a:rPr>
              <a:t>of response is accepted in</a:t>
            </a:r>
            <a:r>
              <a:rPr lang="en-US" sz="2000" b="0" strike="noStrike" spc="-120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>
                <a:solidFill>
                  <a:srgbClr val="313131"/>
                </a:solidFill>
                <a:latin typeface="Arial" pitchFamily="34" charset="0" panose="020B0604020202020204"/>
              </a:rPr>
              <a:t>return</a:t>
            </a:r>
            <a:endParaRPr lang="en-US" sz="2000" b="0" strike="noStrike">
              <a:latin typeface="Arial" pitchFamily="34" charset="0" panose="020B0604020202020204"/>
            </a:endParaRPr>
          </a:p>
          <a:p>
            <a:pPr marL="765720" lvl="1" indent="-295560">
              <a:lnSpc>
                <a:spcPct val="100000"/>
              </a:lnSpc>
              <a:spcBef>
                <a:spcPts val="499"/>
              </a:spcBef>
              <a:buClr>
                <a:srgbClr val="566BE2"/>
              </a:buClr>
              <a:buFont typeface="Carlito"/>
              <a:buChar char="-"/>
              <a:tabLst>
                <a:tab pos="765000" algn="l"/>
                <a:tab pos="765720" algn="l"/>
              </a:tabLst>
            </a:pP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 </a:t>
            </a:r>
            <a:r>
              <a:rPr lang="en-US" sz="2400" b="0" strike="noStrike" spc="-7">
                <a:solidFill>
                  <a:srgbClr val="FF0000"/>
                </a:solidFill>
                <a:latin typeface="Arial" pitchFamily="34" charset="0" panose="020B0604020202020204"/>
              </a:rPr>
              <a:t>body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or</a:t>
            </a:r>
            <a:r>
              <a:rPr lang="en-US" sz="2400" b="0" strike="noStrike" spc="-126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7">
                <a:solidFill>
                  <a:srgbClr val="E20512"/>
                </a:solidFill>
                <a:latin typeface="Arial" pitchFamily="34" charset="0" panose="020B0604020202020204"/>
              </a:rPr>
              <a:t>payload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1225440" lvl="2" indent="-298800">
              <a:lnSpc>
                <a:spcPct val="100000"/>
              </a:lnSpc>
              <a:spcBef>
                <a:spcPts val="510"/>
              </a:spcBef>
              <a:buClr>
                <a:srgbClr val="566BE2"/>
              </a:buClr>
              <a:buFont typeface="Symbol" charset="2"/>
              <a:buChar char=""/>
              <a:tabLst>
                <a:tab pos="1225440" algn="l"/>
                <a:tab pos="1226160" algn="l"/>
              </a:tabLst>
            </a:pPr>
            <a:r>
              <a:rPr lang="en-US" sz="20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POST </a:t>
            </a:r>
            <a:r>
              <a:rPr lang="en-US" sz="20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and PUT can have payloads, GET and DELETE can</a:t>
            </a:r>
            <a:r>
              <a:rPr lang="en-US" sz="2000" b="0" strike="noStrike" spc="-24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>
                <a:solidFill>
                  <a:srgbClr val="313131"/>
                </a:solidFill>
                <a:latin typeface="Arial" pitchFamily="34" charset="0" panose="020B0604020202020204"/>
              </a:rPr>
              <a:t>not.</a:t>
            </a:r>
            <a:endParaRPr lang="en-US" sz="20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object 2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 pitchFamily="34" charset="0" panose="020B0604020202020204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Concepts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8" name="object 3"/>
          <p:cNvSpPr/>
          <p:nvPr/>
        </p:nvSpPr>
        <p:spPr>
          <a:xfrm>
            <a:off x="916920" y="1364760"/>
            <a:ext cx="10596653" cy="266945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>
            <a:spAutoFit/>
          </a:bodyPr>
          <a:lstStyle/>
          <a:p>
            <a:pPr marL="241200" indent="-228960">
              <a:lnSpc>
                <a:spcPts val="3929"/>
              </a:lnSpc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241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Public Request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(no</a:t>
            </a:r>
            <a:r>
              <a:rPr lang="en-US" sz="2800" b="0" strike="noStrike" spc="38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auth)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241200" indent="-228960">
              <a:lnSpc>
                <a:spcPct val="100000"/>
              </a:lnSpc>
              <a:spcBef>
                <a:spcPts val="334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241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Authentication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408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Basic Authentication</a:t>
            </a:r>
            <a:r>
              <a:rPr lang="en-US" sz="2400" b="0" strike="noStrike" spc="-106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Headers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496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Bearer Authentication</a:t>
            </a:r>
            <a:r>
              <a:rPr lang="en-US" sz="2400" b="0" strike="noStrike" spc="-120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Headers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Custom</a:t>
            </a:r>
            <a:r>
              <a:rPr lang="en-US" sz="2400" b="0" strike="noStrike" spc="-5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Headers (API Key)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Session</a:t>
            </a:r>
            <a:r>
              <a:rPr lang="en-US" sz="2400" b="0" strike="noStrike" spc="-5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Cookies</a:t>
            </a:r>
            <a:endParaRPr lang="en-US" sz="2400" b="0" strike="noStrike">
              <a:latin typeface="Arial" pitchFamily="34" charset="0" panose="020B0604020202020204"/>
            </a:endParaRPr>
          </a:p>
        </p:txBody>
      </p:sp>
      <p:sp>
        <p:nvSpPr>
          <p:cNvPr id="339" name="object 4"/>
          <p:cNvSpPr/>
          <p:nvPr/>
        </p:nvSpPr>
        <p:spPr>
          <a:xfrm>
            <a:off x="1068120" y="4911480"/>
            <a:ext cx="6671520" cy="34200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40" name="object 5"/>
          <p:cNvSpPr/>
          <p:nvPr/>
        </p:nvSpPr>
        <p:spPr>
          <a:xfrm>
            <a:off x="1076760" y="5576760"/>
            <a:ext cx="6729840" cy="383760"/>
          </a:xfrm>
          <a:prstGeom prst="rect">
            <a:avLst/>
          </a:prstGeom>
          <a:blipFill>
            <a:blip r:embed="rId2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object 2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 pitchFamily="34" charset="0" panose="020B0604020202020204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Concepts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1" name="object 3"/>
          <p:cNvSpPr/>
          <p:nvPr/>
        </p:nvSpPr>
        <p:spPr>
          <a:xfrm>
            <a:off x="916920" y="1386000"/>
            <a:ext cx="10213560" cy="86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>
            <a:spAutoFit/>
          </a:bodyPr>
          <a:lstStyle/>
          <a:p>
            <a:pPr marL="241200" indent="-228960">
              <a:lnSpc>
                <a:spcPct val="100000"/>
              </a:lnSpc>
              <a:spcBef>
                <a:spcPts val="9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	</a:t>
            </a:r>
            <a:r>
              <a:rPr lang="en-US" sz="2800" b="1" i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800" b="1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Response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is the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packet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of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information sent by </a:t>
            </a:r>
            <a:r>
              <a:rPr lang="en-US" sz="28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Server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to  the </a:t>
            </a:r>
            <a:r>
              <a:rPr lang="en-US" sz="28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Client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in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response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to an </a:t>
            </a:r>
            <a:r>
              <a:rPr lang="en-US" sz="2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earlier </a:t>
            </a:r>
            <a:r>
              <a:rPr lang="en-US" sz="28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Request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made by</a:t>
            </a:r>
            <a:r>
              <a:rPr lang="en-US" sz="2800" b="0" strike="noStrike" spc="180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Client</a:t>
            </a:r>
            <a:endParaRPr lang="en-US" sz="2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object 2"/>
          <p:cNvSpPr/>
          <p:nvPr/>
        </p:nvSpPr>
        <p:spPr>
          <a:xfrm>
            <a:off x="1269360" y="2136240"/>
            <a:ext cx="4417200" cy="438156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33" name="object 3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 pitchFamily="34" charset="0" panose="020B0604020202020204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Concepts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4" name="object 4"/>
          <p:cNvSpPr/>
          <p:nvPr/>
        </p:nvSpPr>
        <p:spPr>
          <a:xfrm>
            <a:off x="916920" y="1386000"/>
            <a:ext cx="4853520" cy="439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24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9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Example of </a:t>
            </a: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HTTP</a:t>
            </a:r>
            <a:r>
              <a:rPr lang="en-US" sz="280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Response</a:t>
            </a:r>
            <a:endParaRPr lang="en-US" sz="2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object 2"/>
          <p:cNvSpPr txBox="1"/>
          <p:nvPr/>
        </p:nvSpPr>
        <p:spPr>
          <a:xfrm>
            <a:off x="915840" y="377640"/>
            <a:ext cx="423828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HTTP </a:t>
            </a:r>
            <a:r>
              <a:rPr lang="en-US" sz="3200" b="1" strike="noStrike" spc="-7">
                <a:solidFill>
                  <a:srgbClr val="E20512"/>
                </a:solidFill>
                <a:latin typeface="Arial" pitchFamily="34" charset="0" panose="020B0604020202020204"/>
              </a:rPr>
              <a:t>Basic</a:t>
            </a:r>
            <a:r>
              <a:rPr lang="en-US" sz="3200" b="1" strike="noStrike" spc="-16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Concepts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6" name="object 3"/>
          <p:cNvSpPr/>
          <p:nvPr/>
        </p:nvSpPr>
        <p:spPr>
          <a:xfrm>
            <a:off x="916920" y="1310760"/>
            <a:ext cx="8214480" cy="3145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71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68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800" b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Status</a:t>
            </a:r>
            <a:r>
              <a:rPr lang="en-US" sz="2800" b="1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Codes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510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1xx -</a:t>
            </a:r>
            <a:r>
              <a:rPr lang="en-US" sz="2400" b="0" i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Informational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2xx -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Success </a:t>
            </a: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e.g.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200 Success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3xx -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Redirection </a:t>
            </a: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e.g.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302 </a:t>
            </a:r>
            <a:r>
              <a:rPr lang="en-US" sz="2400" b="0" i="1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Temporary</a:t>
            </a:r>
            <a:r>
              <a:rPr lang="en-US" sz="2400" b="0" i="1" strike="noStrike" spc="29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Redirect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490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4xx -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Client </a:t>
            </a: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Error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e.g. 400 Bad Request, 404 Not</a:t>
            </a:r>
            <a:r>
              <a:rPr lang="en-US" sz="2400" b="0" i="1" strike="noStrike" spc="5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Found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5xx -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Server Error e.g. 500 Internal Server</a:t>
            </a:r>
            <a:r>
              <a:rPr lang="en-US" sz="2400" b="0" i="1" strike="noStrike" spc="43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Error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241200" indent="-228960">
              <a:lnSpc>
                <a:spcPct val="100000"/>
              </a:lnSpc>
              <a:spcBef>
                <a:spcPts val="445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241920" algn="l"/>
              </a:tabLst>
            </a:pPr>
            <a:r>
              <a:rPr lang="en-US" sz="2800" b="1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Payloads</a:t>
            </a:r>
            <a:r>
              <a:rPr lang="en-US" sz="28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: JSON or</a:t>
            </a:r>
            <a:r>
              <a:rPr lang="en-US" sz="2800" b="0" i="1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XML</a:t>
            </a:r>
            <a:endParaRPr lang="en-US" sz="2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2111977" y="2641680"/>
            <a:ext cx="6762598" cy="861480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  <a:cs typeface="Arial" pitchFamily="34" charset="0" panose="020B0604020202020204"/>
              </a:rPr>
            </a:br>
            <a:r>
              <a:rPr lang="en-US" dirty="0">
                <a:solidFill>
                  <a:schemeClr val="bg1"/>
                </a:solidFill>
                <a:cs typeface="Arial" pitchFamily="34" charset="0" panose="020B0604020202020204"/>
              </a:rPr>
              <a:t>3. What do you need to test an API?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object 2"/>
          <p:cNvSpPr txBox="1"/>
          <p:nvPr/>
        </p:nvSpPr>
        <p:spPr>
          <a:xfrm>
            <a:off x="915840" y="377640"/>
            <a:ext cx="844157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Understand the API Specification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6" name="object 3"/>
          <p:cNvSpPr/>
          <p:nvPr/>
        </p:nvSpPr>
        <p:spPr>
          <a:xfrm>
            <a:off x="916920" y="1310760"/>
            <a:ext cx="8214480" cy="39309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71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68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What does the API do? (Purpose, function)</a:t>
            </a:r>
          </a:p>
          <a:p>
            <a:pPr marL="340200" indent="-327960">
              <a:lnSpc>
                <a:spcPct val="100000"/>
              </a:lnSpc>
              <a:spcBef>
                <a:spcPts val="68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>
                <a:latin typeface="Arial" pitchFamily="34" charset="0" panose="020B0604020202020204"/>
              </a:rPr>
              <a:t>Request method: GET, POST, PUT, DELETE, etc.</a:t>
            </a:r>
          </a:p>
          <a:p>
            <a:pPr marL="340200" indent="-327960">
              <a:lnSpc>
                <a:spcPct val="100000"/>
              </a:lnSpc>
              <a:spcBef>
                <a:spcPts val="68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>
                <a:latin typeface="Arial" pitchFamily="34" charset="0" panose="020B0604020202020204"/>
              </a:rPr>
              <a:t>URL pattern and required parameters</a:t>
            </a:r>
          </a:p>
          <a:p>
            <a:pPr marL="340200" indent="-327960">
              <a:lnSpc>
                <a:spcPct val="100000"/>
              </a:lnSpc>
              <a:spcBef>
                <a:spcPts val="68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>
                <a:latin typeface="Arial" pitchFamily="34" charset="0" panose="020B0604020202020204"/>
              </a:rPr>
              <a:t>Request/response format (JSON, XML)</a:t>
            </a:r>
          </a:p>
          <a:p>
            <a:pPr marL="340200" indent="-327960">
              <a:lnSpc>
                <a:spcPct val="100000"/>
              </a:lnSpc>
              <a:spcBef>
                <a:spcPts val="68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>
                <a:latin typeface="Arial" pitchFamily="34" charset="0" panose="020B0604020202020204"/>
              </a:rPr>
              <a:t>Status codes expected</a:t>
            </a:r>
          </a:p>
          <a:p>
            <a:pPr marL="340200" indent="-327960">
              <a:lnSpc>
                <a:spcPct val="100000"/>
              </a:lnSpc>
              <a:spcBef>
                <a:spcPts val="68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0" strike="noStrike">
                <a:latin typeface="Arial" pitchFamily="34" charset="0" panose="020B0604020202020204"/>
              </a:rPr>
              <a:t>Authentication method (API key, Bearer Token, etc.)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object 2"/>
          <p:cNvSpPr txBox="1"/>
          <p:nvPr/>
        </p:nvSpPr>
        <p:spPr>
          <a:xfrm>
            <a:off x="915840" y="377640"/>
            <a:ext cx="844157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Prepare API Testing Tools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337" name="Table 336"/>
          <p:cNvGraphicFramePr>
            <a:graphicFrameLocks noGrp="1"/>
          </p:cNvGraphicFramePr>
          <p:nvPr/>
        </p:nvGraphicFramePr>
        <p:xfrm>
          <a:off x="915840" y="1197997"/>
          <a:ext cx="10736028" cy="4688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367972"/>
                <a:gridCol w="5368056"/>
              </a:tblGrid>
              <a:tr h="632580">
                <a:tc>
                  <a:txBody>
                    <a:bodyPr/>
                    <a:lstStyle/>
                    <a:p>
                      <a:r>
                        <a:rPr lang="en-US" sz="2800" b="0" strike="noStrike" spc="-12">
                          <a:solidFill>
                            <a:srgbClr val="313131"/>
                          </a:solidFill>
                          <a:latin typeface="Arial" pitchFamily="34" charset="0" panose="020B0604020202020204"/>
                        </a:rPr>
                        <a:t>Tool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strike="noStrike" spc="-12">
                          <a:solidFill>
                            <a:srgbClr val="313131"/>
                          </a:solidFill>
                          <a:latin typeface="Arial" pitchFamily="34" charset="0" panose="020B0604020202020204"/>
                        </a:rPr>
                        <a:t>Purpose</a:t>
                      </a:r>
                      <a:endParaRPr lang="en-US"/>
                    </a:p>
                  </a:txBody>
                  <a:tcPr/>
                </a:tc>
              </a:tr>
              <a:tr h="967495">
                <a:tc>
                  <a:txBody>
                    <a:bodyPr/>
                    <a:lstStyle/>
                    <a:p>
                      <a:r>
                        <a:rPr lang="en-US" sz="2800" b="0" strike="noStrike">
                          <a:latin typeface="Arial" pitchFamily="34" charset="0" panose="020B0604020202020204"/>
                        </a:rPr>
                        <a:t>Postman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240" indent="0">
                        <a:lnSpc>
                          <a:spcPct val="100000"/>
                        </a:lnSpc>
                        <a:spcBef>
                          <a:spcPts val="686"/>
                        </a:spcBef>
                        <a:buFont typeface="Wingdings" charset="2"/>
                        <a:buNone/>
                        <a:tabLst>
                          <a:tab pos="340920" algn="l"/>
                        </a:tabLst>
                      </a:pPr>
                      <a:r>
                        <a:rPr lang="en-US" sz="2800" b="0" strike="noStrike">
                          <a:latin typeface="Arial" pitchFamily="34" charset="0" panose="020B0604020202020204"/>
                        </a:rPr>
                        <a:t>Manual API testing</a:t>
                      </a:r>
                    </a:p>
                    <a:p>
                      <a:endParaRPr lang="en-US"/>
                    </a:p>
                  </a:txBody>
                  <a:tcPr/>
                </a:tc>
              </a:tr>
              <a:tr h="632580">
                <a:tc>
                  <a:txBody>
                    <a:bodyPr/>
                    <a:lstStyle/>
                    <a:p>
                      <a:r>
                        <a:rPr lang="en-US" sz="2800" b="0" strike="noStrike">
                          <a:latin typeface="Arial" pitchFamily="34" charset="0" panose="020B0604020202020204"/>
                        </a:rPr>
                        <a:t>Curl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800" b="0" strike="noStrike">
                          <a:latin typeface="Arial" pitchFamily="34" charset="0" panose="020B0604020202020204"/>
                        </a:rPr>
                        <a:t>Command-line testing</a:t>
                      </a:r>
                      <a:endParaRPr lang="en-US"/>
                    </a:p>
                  </a:txBody>
                  <a:tcPr/>
                </a:tc>
              </a:tr>
              <a:tr h="1488467">
                <a:tc>
                  <a:txBody>
                    <a:bodyPr/>
                    <a:lstStyle/>
                    <a:p>
                      <a:r>
                        <a:rPr lang="en-US" sz="2800" b="0" strike="noStrike">
                          <a:latin typeface="Arial" pitchFamily="34" charset="0" panose="020B0604020202020204"/>
                        </a:rPr>
                        <a:t>RestSharp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240" indent="0">
                        <a:lnSpc>
                          <a:spcPct val="100000"/>
                        </a:lnSpc>
                        <a:spcBef>
                          <a:spcPts val="686"/>
                        </a:spcBef>
                        <a:buFont typeface="Wingdings" charset="2"/>
                        <a:buNone/>
                        <a:tabLst>
                          <a:tab pos="340920" algn="l"/>
                        </a:tabLst>
                      </a:pPr>
                      <a:r>
                        <a:rPr lang="en-US" sz="2800" b="0" strike="noStrike">
                          <a:latin typeface="Arial" pitchFamily="34" charset="0" panose="020B0604020202020204"/>
                        </a:rPr>
                        <a:t>Automated API testing in C#</a:t>
                      </a:r>
                    </a:p>
                    <a:p>
                      <a:endParaRPr lang="en-US"/>
                    </a:p>
                  </a:txBody>
                  <a:tcPr/>
                </a:tc>
              </a:tr>
              <a:tr h="967495">
                <a:tc>
                  <a:txBody>
                    <a:bodyPr/>
                    <a:lstStyle/>
                    <a:p>
                      <a:r>
                        <a:rPr lang="en-US" sz="2800" b="0" strike="noStrike">
                          <a:latin typeface="Arial" pitchFamily="34" charset="0" panose="020B0604020202020204"/>
                        </a:rPr>
                        <a:t>Swagger UI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240" indent="0">
                        <a:lnSpc>
                          <a:spcPct val="100000"/>
                        </a:lnSpc>
                        <a:spcBef>
                          <a:spcPts val="686"/>
                        </a:spcBef>
                        <a:buFont typeface="Wingdings" charset="2"/>
                        <a:buNone/>
                        <a:tabLst>
                          <a:tab pos="340920" algn="l"/>
                        </a:tabLst>
                      </a:pPr>
                      <a:r>
                        <a:rPr lang="en-US" sz="2800" b="0" strike="noStrike">
                          <a:latin typeface="Arial" pitchFamily="34" charset="0" panose="020B0604020202020204"/>
                        </a:rPr>
                        <a:t>Explore API docs &amp; test</a:t>
                      </a:r>
                    </a:p>
                    <a:p>
                      <a:endParaRPr lang="en-US"/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object 2"/>
          <p:cNvSpPr txBox="1"/>
          <p:nvPr/>
        </p:nvSpPr>
        <p:spPr>
          <a:xfrm>
            <a:off x="915840" y="377640"/>
            <a:ext cx="844157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Set up Test Data &amp; Environment &amp; Service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graphicFrame>
        <p:nvGraphicFramePr>
          <p:cNvPr id="338" name="Table 336"/>
          <p:cNvGraphicFramePr>
            <a:graphicFrameLocks noGrp="1"/>
          </p:cNvGraphicFramePr>
          <p:nvPr/>
        </p:nvGraphicFramePr>
        <p:xfrm>
          <a:off x="915840" y="1197997"/>
          <a:ext cx="10736028" cy="53158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7335"/>
                <a:gridCol w="6568693"/>
              </a:tblGrid>
              <a:tr h="488351">
                <a:tc>
                  <a:txBody>
                    <a:bodyPr/>
                    <a:lstStyle/>
                    <a:p>
                      <a:r>
                        <a:rPr lang="en-US" sz="2400"/>
                        <a:t>Aspect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Description</a:t>
                      </a:r>
                    </a:p>
                  </a:txBody>
                  <a:tcPr/>
                </a:tc>
              </a:tr>
              <a:tr h="488351">
                <a:tc>
                  <a:txBody>
                    <a:bodyPr/>
                    <a:lstStyle/>
                    <a:p>
                      <a:r>
                        <a:rPr lang="en-US" sz="2400" b="0" strike="noStrike">
                          <a:latin typeface="Arial" pitchFamily="34" charset="0" panose="020B0604020202020204"/>
                        </a:rPr>
                        <a:t>Test Data Preparation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240" indent="0">
                        <a:lnSpc>
                          <a:spcPct val="100000"/>
                        </a:lnSpc>
                        <a:spcBef>
                          <a:spcPts val="686"/>
                        </a:spcBef>
                        <a:buFont typeface="Wingdings" charset="2"/>
                        <a:buNone/>
                        <a:tabLst>
                          <a:tab pos="340920" algn="l"/>
                        </a:tabLst>
                      </a:pPr>
                      <a:r>
                        <a:rPr lang="en-US" sz="2400" b="0" strike="noStrike">
                          <a:latin typeface="Arial" pitchFamily="34" charset="0" panose="020B0604020202020204"/>
                        </a:rPr>
                        <a:t>Define required data for testing</a:t>
                      </a:r>
                      <a:endParaRPr lang="en-US" sz="2400"/>
                    </a:p>
                  </a:txBody>
                  <a:tcPr/>
                </a:tc>
              </a:tr>
              <a:tr h="879044">
                <a:tc>
                  <a:txBody>
                    <a:bodyPr/>
                    <a:lstStyle/>
                    <a:p>
                      <a:r>
                        <a:rPr lang="en-US" sz="2400" b="0" strike="noStrike">
                          <a:latin typeface="Arial" pitchFamily="34" charset="0" panose="020B0604020202020204"/>
                        </a:rPr>
                        <a:t>Data Cleanup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400" b="0" strike="noStrike">
                          <a:latin typeface="Arial" pitchFamily="34" charset="0" panose="020B0604020202020204"/>
                        </a:rPr>
                        <a:t>Clean up test data after execution to avoid pollution</a:t>
                      </a:r>
                      <a:endParaRPr lang="en-US" sz="2400"/>
                    </a:p>
                  </a:txBody>
                  <a:tcPr/>
                </a:tc>
              </a:tr>
              <a:tr h="879044">
                <a:tc>
                  <a:txBody>
                    <a:bodyPr/>
                    <a:lstStyle/>
                    <a:p>
                      <a:r>
                        <a:rPr lang="en-US" sz="2400" b="0" strike="noStrike">
                          <a:latin typeface="Arial" pitchFamily="34" charset="0" panose="020B0604020202020204"/>
                        </a:rPr>
                        <a:t>Base URL Configuration</a:t>
                      </a:r>
                      <a:endParaRPr lang="en-US" sz="2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240" indent="0">
                        <a:lnSpc>
                          <a:spcPct val="100000"/>
                        </a:lnSpc>
                        <a:spcBef>
                          <a:spcPts val="686"/>
                        </a:spcBef>
                        <a:buFont typeface="Wingdings" charset="2"/>
                        <a:buNone/>
                        <a:tabLst>
                          <a:tab pos="340920" algn="l"/>
                        </a:tabLst>
                      </a:pPr>
                      <a:r>
                        <a:rPr lang="en-US" sz="2400" b="0" strike="noStrike">
                          <a:latin typeface="Arial" pitchFamily="34" charset="0" panose="020B0604020202020204"/>
                        </a:rPr>
                        <a:t>Use correct API base URL per environment (Dev/QA/Staging)</a:t>
                      </a:r>
                      <a:endParaRPr lang="en-US" sz="2400"/>
                    </a:p>
                  </a:txBody>
                  <a:tcPr/>
                </a:tc>
              </a:tr>
              <a:tr h="879044">
                <a:tc>
                  <a:txBody>
                    <a:bodyPr/>
                    <a:lstStyle/>
                    <a:p>
                      <a:r>
                        <a:rPr lang="en-US" sz="2400"/>
                        <a:t>Authentication Setup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240" indent="0">
                        <a:lnSpc>
                          <a:spcPct val="100000"/>
                        </a:lnSpc>
                        <a:spcBef>
                          <a:spcPts val="686"/>
                        </a:spcBef>
                        <a:buFont typeface="Wingdings" charset="2"/>
                        <a:buNone/>
                        <a:tabLst>
                          <a:tab pos="340920" algn="l"/>
                        </a:tabLst>
                      </a:pPr>
                      <a:r>
                        <a:rPr lang="en-US" sz="2400" b="0" strike="noStrike">
                          <a:latin typeface="Arial" pitchFamily="34" charset="0" panose="020B0604020202020204"/>
                        </a:rPr>
                        <a:t>Get access token or API key, session header,...</a:t>
                      </a:r>
                      <a:endParaRPr lang="en-US" sz="2400"/>
                    </a:p>
                  </a:txBody>
                  <a:tcPr/>
                </a:tc>
              </a:tr>
              <a:tr h="879044">
                <a:tc>
                  <a:txBody>
                    <a:bodyPr/>
                    <a:lstStyle/>
                    <a:p>
                      <a:r>
                        <a:rPr lang="en-US" sz="2400"/>
                        <a:t>Service Dependencies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240" indent="0">
                        <a:lnSpc>
                          <a:spcPct val="100000"/>
                        </a:lnSpc>
                        <a:spcBef>
                          <a:spcPts val="686"/>
                        </a:spcBef>
                        <a:buFont typeface="Wingdings" charset="2"/>
                        <a:buNone/>
                        <a:tabLst>
                          <a:tab pos="340920" algn="l"/>
                        </a:tabLst>
                      </a:pPr>
                      <a:r>
                        <a:rPr lang="en-US" sz="2400"/>
                        <a:t>Ensure dependent services are ready or mock them, can monitor log.</a:t>
                      </a:r>
                    </a:p>
                  </a:txBody>
                  <a:tcPr/>
                </a:tc>
              </a:tr>
              <a:tr h="491032">
                <a:tc>
                  <a:txBody>
                    <a:bodyPr/>
                    <a:lstStyle/>
                    <a:p>
                      <a:r>
                        <a:rPr lang="en-US" sz="2400"/>
                        <a:t>Database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12240" indent="0">
                        <a:lnSpc>
                          <a:spcPct val="100000"/>
                        </a:lnSpc>
                        <a:spcBef>
                          <a:spcPts val="686"/>
                        </a:spcBef>
                        <a:buFont typeface="Wingdings" charset="2"/>
                        <a:buNone/>
                        <a:tabLst>
                          <a:tab pos="340920" algn="l"/>
                        </a:tabLst>
                      </a:pPr>
                      <a:r>
                        <a:rPr lang="en-US" sz="2400"/>
                        <a:t>Use DB to verify results, set up test data, and clean up after test run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object 2"/>
          <p:cNvSpPr txBox="1"/>
          <p:nvPr/>
        </p:nvSpPr>
        <p:spPr>
          <a:xfrm>
            <a:off x="915840" y="377640"/>
            <a:ext cx="8441570" cy="1158480"/>
          </a:xfrm>
          <a:prstGeom prst="rect">
            <a:avLst/>
          </a:prstGeom>
          <a:noFill/>
          <a:ln w="0">
            <a:noFill/>
          </a:ln>
        </p:spPr>
        <p:txBody>
          <a:bodyPr lIns="0" tIns="1332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05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Define Test Scenarios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6" name="object 3"/>
          <p:cNvSpPr/>
          <p:nvPr/>
        </p:nvSpPr>
        <p:spPr>
          <a:xfrm>
            <a:off x="916920" y="1310760"/>
            <a:ext cx="4776744" cy="40884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7120" rIns="0" bIns="0">
            <a:spAutoFit/>
          </a:bodyPr>
          <a:lstStyle/>
          <a:p>
            <a:pPr marL="12240" indent="0">
              <a:lnSpc>
                <a:spcPct val="100000"/>
              </a:lnSpc>
              <a:spcBef>
                <a:spcPts val="686"/>
              </a:spcBef>
              <a:buFont typeface="Wingdings" charset="2"/>
              <a:buNone/>
              <a:tabLst>
                <a:tab pos="340920" algn="l"/>
              </a:tabLst>
            </a:pPr>
            <a:r>
              <a:rPr lang="en-US" sz="2400" b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✅ </a:t>
            </a:r>
            <a:r>
              <a:rPr lang="en-US" sz="24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Positive test cases (valid input, correct flow)</a:t>
            </a:r>
          </a:p>
          <a:p>
            <a:pPr marL="12240" indent="0">
              <a:lnSpc>
                <a:spcPct val="100000"/>
              </a:lnSpc>
              <a:spcBef>
                <a:spcPts val="686"/>
              </a:spcBef>
              <a:buFont typeface="Wingdings" charset="2"/>
              <a:buNone/>
              <a:tabLst>
                <a:tab pos="340920" algn="l"/>
              </a:tabLst>
            </a:pPr>
            <a:r>
              <a:rPr lang="en-US" sz="2400" b="0" strike="noStrike">
                <a:latin typeface="Arial" pitchFamily="34" charset="0" panose="020B0604020202020204"/>
              </a:rPr>
              <a:t>❌ Negative test cases (missing/invalid input, wrong auth)</a:t>
            </a:r>
          </a:p>
          <a:p>
            <a:pPr marL="12240" indent="0">
              <a:lnSpc>
                <a:spcPct val="100000"/>
              </a:lnSpc>
              <a:spcBef>
                <a:spcPts val="686"/>
              </a:spcBef>
              <a:buFont typeface="Wingdings" charset="2"/>
              <a:buNone/>
              <a:tabLst>
                <a:tab pos="340920" algn="l"/>
              </a:tabLst>
            </a:pPr>
            <a:r>
              <a:rPr lang="en-US" sz="2400" b="0" strike="noStrike">
                <a:latin typeface="Arial" pitchFamily="34" charset="0" panose="020B0604020202020204"/>
              </a:rPr>
              <a:t>🔁 Edge cases (empty list, nulls, limits)</a:t>
            </a:r>
          </a:p>
          <a:p>
            <a:pPr marL="12240" indent="0">
              <a:lnSpc>
                <a:spcPct val="100000"/>
              </a:lnSpc>
              <a:spcBef>
                <a:spcPts val="686"/>
              </a:spcBef>
              <a:buFont typeface="Wingdings" charset="2"/>
              <a:buNone/>
              <a:tabLst>
                <a:tab pos="340920" algn="l"/>
              </a:tabLst>
            </a:pPr>
            <a:r>
              <a:rPr lang="en-US" sz="2400" b="0" strike="noStrike">
                <a:latin typeface="Arial" pitchFamily="34" charset="0" panose="020B0604020202020204"/>
              </a:rPr>
              <a:t>🔐 Auth scenarios (valid/invalid/missing tokens)</a:t>
            </a:r>
          </a:p>
          <a:p>
            <a:pPr marL="12240" indent="0">
              <a:lnSpc>
                <a:spcPct val="100000"/>
              </a:lnSpc>
              <a:spcBef>
                <a:spcPts val="686"/>
              </a:spcBef>
              <a:buFont typeface="Wingdings" charset="2"/>
              <a:buNone/>
              <a:tabLst>
                <a:tab pos="340920" algn="l"/>
              </a:tabLst>
            </a:pPr>
            <a:r>
              <a:rPr lang="en-US" sz="2400" b="0" strike="noStrike">
                <a:latin typeface="Arial" pitchFamily="34" charset="0" panose="020B0604020202020204"/>
              </a:rPr>
              <a:t>⏱ Performance &amp; timeout tests (optional)</a:t>
            </a:r>
          </a:p>
        </p:txBody>
      </p:sp>
      <p:sp>
        <p:nvSpPr>
          <p:cNvPr id="337" name="object 3"/>
          <p:cNvSpPr/>
          <p:nvPr/>
        </p:nvSpPr>
        <p:spPr>
          <a:xfrm>
            <a:off x="5988097" y="1310760"/>
            <a:ext cx="5815031" cy="423697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87120" rIns="0" bIns="0">
            <a:spAutoFit/>
          </a:bodyPr>
          <a:lstStyle/>
          <a:p>
            <a:pPr marL="340200" indent="-327960">
              <a:lnSpc>
                <a:spcPct val="100000"/>
              </a:lnSpc>
              <a:spcBef>
                <a:spcPts val="686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340920" algn="l"/>
              </a:tabLst>
            </a:pPr>
            <a:r>
              <a:rPr lang="en-US" sz="2800" b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800" b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Status</a:t>
            </a:r>
            <a:r>
              <a:rPr lang="en-US" sz="2800" b="1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Codes</a:t>
            </a:r>
            <a:endParaRPr lang="en-US" sz="28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510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1xx -</a:t>
            </a:r>
            <a:r>
              <a:rPr lang="en-US" sz="2400" b="0" i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Informational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2xx -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Success </a:t>
            </a: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e.g.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200 Success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3xx -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Redirection </a:t>
            </a: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e.g.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302 </a:t>
            </a:r>
            <a:r>
              <a:rPr lang="en-US" sz="2400" b="0" i="1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Temporary</a:t>
            </a:r>
            <a:r>
              <a:rPr lang="en-US" sz="2400" b="0" i="1" strike="noStrike" spc="29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Redirect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490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4xx -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Client </a:t>
            </a: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Error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e.g. 400 Bad Request, 404 Not</a:t>
            </a:r>
            <a:r>
              <a:rPr lang="en-US" sz="2400" b="0" i="1" strike="noStrike" spc="5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Found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698400" lvl="1" indent="-228960">
              <a:lnSpc>
                <a:spcPct val="100000"/>
              </a:lnSpc>
              <a:spcBef>
                <a:spcPts val="505"/>
              </a:spcBef>
              <a:buClr>
                <a:srgbClr val="566BE2"/>
              </a:buClr>
              <a:buFont typeface="Carlito"/>
              <a:buChar char="-"/>
              <a:tabLst>
                <a:tab pos="698400" algn="l"/>
                <a:tab pos="699120" algn="l"/>
              </a:tabLst>
            </a:pP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5xx - </a:t>
            </a:r>
            <a:r>
              <a:rPr lang="en-US" sz="24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Server Error e.g. 500 Internal Server</a:t>
            </a:r>
            <a:r>
              <a:rPr lang="en-US" sz="2400" b="0" i="1" strike="noStrike" spc="43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i="1" strike="noStrike">
                <a:solidFill>
                  <a:srgbClr val="313131"/>
                </a:solidFill>
                <a:latin typeface="Arial" pitchFamily="34" charset="0" panose="020B0604020202020204"/>
              </a:rPr>
              <a:t>Error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241200" indent="-228960">
              <a:lnSpc>
                <a:spcPct val="100000"/>
              </a:lnSpc>
              <a:spcBef>
                <a:spcPts val="445"/>
              </a:spcBef>
              <a:buClr>
                <a:srgbClr val="E20512"/>
              </a:buClr>
              <a:buSzPct val="120000"/>
              <a:buFont typeface="Wingdings" charset="2"/>
              <a:buChar char=""/>
              <a:tabLst>
                <a:tab pos="241920" algn="l"/>
              </a:tabLst>
            </a:pPr>
            <a:r>
              <a:rPr lang="en-US" sz="2800" b="1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Payloads</a:t>
            </a:r>
            <a:r>
              <a:rPr lang="en-US" sz="28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: JSON or</a:t>
            </a:r>
            <a:r>
              <a:rPr lang="en-US" sz="2800" b="0" i="1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800" b="0" i="1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XML</a:t>
            </a:r>
            <a:endParaRPr lang="en-US" sz="2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object 2"/>
          <p:cNvSpPr txBox="1"/>
          <p:nvPr/>
        </p:nvSpPr>
        <p:spPr>
          <a:xfrm>
            <a:off x="916200" y="372240"/>
            <a:ext cx="21391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4">
                <a:solidFill>
                  <a:srgbClr val="E20512"/>
                </a:solidFill>
                <a:latin typeface="Arial" pitchFamily="34" charset="0" panose="020B0604020202020204"/>
              </a:rPr>
              <a:t>Assertions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5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46" name="object 3"/>
          <p:cNvSpPr/>
          <p:nvPr/>
        </p:nvSpPr>
        <p:spPr>
          <a:xfrm>
            <a:off x="977040" y="1035720"/>
            <a:ext cx="9814680" cy="47981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9680" rIns="0" bIns="0">
            <a:spAutoFit/>
          </a:bodyPr>
          <a:lstStyle/>
          <a:p>
            <a:pPr marL="12600">
              <a:lnSpc>
                <a:spcPct val="90000"/>
              </a:lnSpc>
              <a:spcBef>
                <a:spcPts val="391"/>
              </a:spcBef>
            </a:pPr>
            <a:r>
              <a:rPr lang="en-US" sz="24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Assertions are statements </a:t>
            </a:r>
            <a:r>
              <a:rPr lang="en-US" sz="2400" b="0" strike="noStrike" spc="-52">
                <a:solidFill>
                  <a:srgbClr val="313131"/>
                </a:solidFill>
                <a:latin typeface="Arial" pitchFamily="34" charset="0" panose="020B0604020202020204"/>
              </a:rPr>
              <a:t>you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create </a:t>
            </a:r>
            <a:r>
              <a:rPr lang="en-US" sz="24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that check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one </a:t>
            </a:r>
            <a:r>
              <a:rPr lang="en-US" sz="240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aspect of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the </a:t>
            </a: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HTTP  response. </a:t>
            </a:r>
            <a:r>
              <a:rPr lang="en-US" sz="2400" b="0" strike="noStrike" spc="-111">
                <a:solidFill>
                  <a:srgbClr val="313131"/>
                </a:solidFill>
                <a:latin typeface="Arial" pitchFamily="34" charset="0" panose="020B0604020202020204"/>
              </a:rPr>
              <a:t>You </a:t>
            </a: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can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create </a:t>
            </a:r>
            <a:r>
              <a:rPr lang="en-US" sz="24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multiple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assertions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for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one </a:t>
            </a:r>
            <a:r>
              <a:rPr lang="en-US" sz="24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check that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assert  </a:t>
            </a: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various aspects </a:t>
            </a:r>
            <a:r>
              <a:rPr lang="en-US" sz="240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of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 </a:t>
            </a: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response,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for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52">
                <a:solidFill>
                  <a:srgbClr val="313131"/>
                </a:solidFill>
                <a:latin typeface="Arial" pitchFamily="34" charset="0" panose="020B0604020202020204"/>
              </a:rPr>
              <a:t>example: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298440" indent="-286200">
              <a:lnSpc>
                <a:spcPct val="100000"/>
              </a:lnSpc>
              <a:spcBef>
                <a:spcPts val="726"/>
              </a:spcBef>
              <a:buClr>
                <a:srgbClr val="E20512"/>
              </a:buClr>
              <a:buSzPct val="119000"/>
              <a:buFont typeface="Symbol" charset="2"/>
              <a:buChar char=""/>
              <a:tabLst>
                <a:tab pos="298440" algn="l"/>
                <a:tab pos="29916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response </a:t>
            </a:r>
            <a:r>
              <a:rPr lang="en-US" sz="24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status </a:t>
            </a: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equals</a:t>
            </a:r>
            <a:r>
              <a:rPr lang="en-US" sz="2400" b="0" strike="noStrike" spc="43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200.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298440" indent="-286200">
              <a:lnSpc>
                <a:spcPct val="100000"/>
              </a:lnSpc>
              <a:spcBef>
                <a:spcPts val="726"/>
              </a:spcBef>
              <a:buClr>
                <a:srgbClr val="E20512"/>
              </a:buClr>
              <a:buSzPct val="119000"/>
              <a:buFont typeface="Symbol" charset="2"/>
              <a:buChar char=""/>
              <a:tabLst>
                <a:tab pos="298440" algn="l"/>
                <a:tab pos="29916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response </a:t>
            </a:r>
            <a:r>
              <a:rPr lang="en-US" sz="2400" b="0" strike="noStrike" spc="-46">
                <a:solidFill>
                  <a:srgbClr val="313131"/>
                </a:solidFill>
                <a:latin typeface="Arial" pitchFamily="34" charset="0" panose="020B0604020202020204"/>
              </a:rPr>
              <a:t>body </a:t>
            </a: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equals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the </a:t>
            </a:r>
            <a:r>
              <a:rPr lang="en-US" sz="2400" b="0" strike="noStrike" spc="-55">
                <a:solidFill>
                  <a:srgbClr val="313131"/>
                </a:solidFill>
                <a:latin typeface="Arial" pitchFamily="34" charset="0" panose="020B0604020202020204"/>
              </a:rPr>
              <a:t>text</a:t>
            </a:r>
            <a:r>
              <a:rPr lang="en-US" sz="2400" b="0" strike="noStrike" spc="20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“success”.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298440" indent="-286200">
              <a:lnSpc>
                <a:spcPct val="100000"/>
              </a:lnSpc>
              <a:spcBef>
                <a:spcPts val="726"/>
              </a:spcBef>
              <a:buClr>
                <a:srgbClr val="E20512"/>
              </a:buClr>
              <a:buSzPct val="119000"/>
              <a:buFont typeface="Symbol" charset="2"/>
              <a:buChar char=""/>
              <a:tabLst>
                <a:tab pos="298440" algn="l"/>
                <a:tab pos="29916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response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time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is </a:t>
            </a: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lower </a:t>
            </a:r>
            <a:r>
              <a:rPr lang="en-US" sz="24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than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2000</a:t>
            </a:r>
            <a:r>
              <a:rPr lang="en-US" sz="2400" b="0" strike="noStrike" spc="403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milliseconds.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298440" indent="-286200">
              <a:lnSpc>
                <a:spcPct val="100000"/>
              </a:lnSpc>
              <a:spcBef>
                <a:spcPts val="726"/>
              </a:spcBef>
              <a:buClr>
                <a:srgbClr val="E20512"/>
              </a:buClr>
              <a:buSzPct val="119000"/>
              <a:buFont typeface="Symbol" charset="2"/>
              <a:buChar char=""/>
              <a:tabLst>
                <a:tab pos="298440" algn="l"/>
                <a:tab pos="29916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response </a:t>
            </a:r>
            <a:r>
              <a:rPr lang="en-US" sz="2400" b="0" strike="noStrike" spc="-41">
                <a:solidFill>
                  <a:srgbClr val="313131"/>
                </a:solidFill>
                <a:latin typeface="Arial" pitchFamily="34" charset="0" panose="020B0604020202020204"/>
              </a:rPr>
              <a:t>header </a:t>
            </a:r>
            <a:r>
              <a:rPr lang="en-US" sz="24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“X-Custom-Header” </a:t>
            </a:r>
            <a:r>
              <a:rPr lang="en-US" sz="240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equals</a:t>
            </a:r>
            <a:r>
              <a:rPr lang="en-US" sz="2400" b="0" strike="noStrike" spc="287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“SomeValue”.</a:t>
            </a:r>
          </a:p>
          <a:p>
            <a:pPr marL="298440" indent="-286200">
              <a:lnSpc>
                <a:spcPct val="100000"/>
              </a:lnSpc>
              <a:spcBef>
                <a:spcPts val="726"/>
              </a:spcBef>
              <a:buClr>
                <a:srgbClr val="E20512"/>
              </a:buClr>
              <a:buSzPct val="119000"/>
              <a:buFont typeface="Symbol" charset="2"/>
              <a:buChar char=""/>
              <a:tabLst>
                <a:tab pos="298440" algn="l"/>
                <a:tab pos="299160" algn="l"/>
              </a:tabLst>
            </a:pP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HTTP response JSON schema validation</a:t>
            </a:r>
          </a:p>
          <a:p>
            <a:pPr marL="298440" indent="-286200">
              <a:lnSpc>
                <a:spcPts val="2716"/>
              </a:lnSpc>
              <a:spcBef>
                <a:spcPts val="726"/>
              </a:spcBef>
              <a:buClr>
                <a:srgbClr val="E20512"/>
              </a:buClr>
              <a:buSzPct val="119000"/>
              <a:buFont typeface="Symbol" charset="2"/>
              <a:buChar char=""/>
              <a:tabLst>
                <a:tab pos="298440" algn="l"/>
                <a:tab pos="29916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HTTP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response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JSON </a:t>
            </a:r>
            <a:r>
              <a:rPr lang="en-US" sz="240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object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has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key </a:t>
            </a: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called “projectName”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with</a:t>
            </a:r>
            <a:r>
              <a:rPr lang="en-US" sz="2400" b="0" strike="noStrike" spc="423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298440">
              <a:lnSpc>
                <a:spcPts val="2716"/>
              </a:lnSpc>
              <a:tabLst>
                <a:tab pos="298440" algn="l"/>
                <a:tab pos="299160" algn="l"/>
              </a:tabLst>
            </a:pP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value</a:t>
            </a:r>
            <a:r>
              <a:rPr lang="en-US" sz="2400" b="0" strike="noStrike" spc="89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“Project”</a:t>
            </a:r>
          </a:p>
          <a:p>
            <a:pPr marL="298440">
              <a:lnSpc>
                <a:spcPts val="2716"/>
              </a:lnSpc>
              <a:tabLst>
                <a:tab pos="298440" algn="l"/>
                <a:tab pos="299160" algn="l"/>
              </a:tabLst>
            </a:pPr>
            <a:endParaRPr lang="en-US" sz="2400" b="0" strike="noStrike" spc="-21">
              <a:solidFill>
                <a:srgbClr val="313131"/>
              </a:solidFill>
              <a:latin typeface="Arial" pitchFamily="34" charset="0" panose="020B0604020202020204"/>
            </a:endParaRPr>
          </a:p>
          <a:p>
            <a:pPr marL="298440">
              <a:lnSpc>
                <a:spcPts val="2716"/>
              </a:lnSpc>
              <a:tabLst>
                <a:tab pos="298440" algn="l"/>
                <a:tab pos="299160" algn="l"/>
              </a:tabLst>
            </a:pPr>
            <a:endParaRPr lang="en-US" sz="2400" b="0" strike="noStrike" spc="-21">
              <a:solidFill>
                <a:srgbClr val="313131"/>
              </a:solidFill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object 2"/>
          <p:cNvSpPr txBox="1"/>
          <p:nvPr/>
        </p:nvSpPr>
        <p:spPr>
          <a:xfrm>
            <a:off x="916200" y="372240"/>
            <a:ext cx="26557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9">
                <a:solidFill>
                  <a:srgbClr val="E20512"/>
                </a:solidFill>
                <a:latin typeface="Arial" pitchFamily="34" charset="0" panose="020B0604020202020204"/>
              </a:rPr>
              <a:t>Json</a:t>
            </a:r>
            <a:r>
              <a:rPr lang="en-US" sz="3200" b="1" strike="noStrike" spc="-16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Schema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5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86" name="object 3"/>
          <p:cNvSpPr/>
          <p:nvPr/>
        </p:nvSpPr>
        <p:spPr>
          <a:xfrm>
            <a:off x="975600" y="1046520"/>
            <a:ext cx="10674800" cy="371811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60480" rIns="0" bIns="0">
            <a:spAutoFit/>
          </a:bodyPr>
          <a:lstStyle/>
          <a:p>
            <a:pPr marL="12600">
              <a:lnSpc>
                <a:spcPts val="2999"/>
              </a:lnSpc>
              <a:spcBef>
                <a:spcPts val="476"/>
              </a:spcBef>
            </a:pPr>
            <a:r>
              <a:rPr lang="en-US" sz="275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JSON Schema is a contract that defines the structure, data types, and required fields of a JSON object..</a:t>
            </a:r>
            <a:endParaRPr lang="en-US" sz="2750" b="0" strike="noStrike">
              <a:latin typeface="Arial" pitchFamily="34" charset="0" panose="020B0604020202020204"/>
            </a:endParaRPr>
          </a:p>
          <a:p>
            <a:pPr marL="114480">
              <a:lnSpc>
                <a:spcPct val="100000"/>
              </a:lnSpc>
              <a:spcBef>
                <a:spcPts val="1239"/>
              </a:spcBef>
            </a:pPr>
            <a:r>
              <a:rPr lang="en-US" sz="26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Benefits</a:t>
            </a:r>
            <a:endParaRPr lang="en-US" sz="2600" b="0" strike="noStrike">
              <a:latin typeface="Arial" pitchFamily="34" charset="0" panose="020B0604020202020204"/>
            </a:endParaRPr>
          </a:p>
          <a:p>
            <a:pPr marL="438120" indent="-324000">
              <a:lnSpc>
                <a:spcPct val="100000"/>
              </a:lnSpc>
              <a:spcBef>
                <a:spcPts val="235"/>
              </a:spcBef>
              <a:buClr>
                <a:srgbClr val="E20512"/>
              </a:buClr>
              <a:buSzPct val="115000"/>
              <a:buFont typeface="Wingdings" charset="2"/>
              <a:buChar char=""/>
              <a:tabLst>
                <a:tab pos="438840" algn="l"/>
              </a:tabLst>
            </a:pP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Describes </a:t>
            </a:r>
            <a:r>
              <a:rPr lang="en-US" sz="240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your </a:t>
            </a: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existing data</a:t>
            </a:r>
            <a:r>
              <a:rPr lang="en-US" sz="2400" b="0" strike="noStrike" spc="58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format(s).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438120" indent="-324000">
              <a:lnSpc>
                <a:spcPts val="3251"/>
              </a:lnSpc>
              <a:spcBef>
                <a:spcPts val="184"/>
              </a:spcBef>
              <a:buClr>
                <a:srgbClr val="E20512"/>
              </a:buClr>
              <a:buSzPct val="115000"/>
              <a:buFont typeface="Wingdings" charset="2"/>
              <a:buChar char=""/>
              <a:tabLst>
                <a:tab pos="438840" algn="l"/>
              </a:tabLst>
            </a:pPr>
            <a:r>
              <a:rPr lang="en-US" sz="240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Provides </a:t>
            </a: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clear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human-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and </a:t>
            </a:r>
            <a:r>
              <a:rPr lang="en-US" sz="24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machine-</a:t>
            </a:r>
            <a:r>
              <a:rPr lang="en-US" sz="2400" b="0" strike="noStrike" spc="-7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41">
                <a:solidFill>
                  <a:srgbClr val="313131"/>
                </a:solidFill>
                <a:latin typeface="Arial" pitchFamily="34" charset="0" panose="020B0604020202020204"/>
              </a:rPr>
              <a:t>readable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399960">
              <a:lnSpc>
                <a:spcPts val="2710"/>
              </a:lnSpc>
              <a:tabLst>
                <a:tab pos="438840" algn="l"/>
              </a:tabLst>
            </a:pP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documentation.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438120" indent="-324000">
              <a:lnSpc>
                <a:spcPct val="100000"/>
              </a:lnSpc>
              <a:spcBef>
                <a:spcPts val="201"/>
              </a:spcBef>
              <a:buClr>
                <a:srgbClr val="E20512"/>
              </a:buClr>
              <a:buSzPct val="115000"/>
              <a:buFont typeface="Wingdings" charset="2"/>
              <a:buChar char=""/>
              <a:tabLst>
                <a:tab pos="438840" algn="l"/>
              </a:tabLst>
            </a:pPr>
            <a:r>
              <a:rPr lang="en-US" sz="2400" b="0" strike="noStrike" spc="-52">
                <a:solidFill>
                  <a:srgbClr val="313131"/>
                </a:solidFill>
                <a:latin typeface="Arial" pitchFamily="34" charset="0" panose="020B0604020202020204"/>
              </a:rPr>
              <a:t>Validates </a:t>
            </a: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data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which is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useful</a:t>
            </a:r>
            <a:r>
              <a:rPr lang="en-US" sz="2400" b="0" strike="noStrike" spc="-20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for: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800640" lvl="1" indent="-229680">
              <a:lnSpc>
                <a:spcPct val="100000"/>
              </a:lnSpc>
              <a:spcBef>
                <a:spcPts val="184"/>
              </a:spcBef>
              <a:buClr>
                <a:srgbClr val="566BE2"/>
              </a:buClr>
              <a:buFont typeface="Carlito"/>
              <a:buChar char="-"/>
              <a:tabLst>
                <a:tab pos="800640" algn="l"/>
                <a:tab pos="801360" algn="l"/>
              </a:tabLst>
            </a:pP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Automated</a:t>
            </a:r>
            <a:r>
              <a:rPr lang="en-US" sz="2400" b="0" strike="noStrike" spc="16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testing.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800640" lvl="1" indent="-229680">
              <a:lnSpc>
                <a:spcPct val="100000"/>
              </a:lnSpc>
              <a:spcBef>
                <a:spcPts val="196"/>
              </a:spcBef>
              <a:buClr>
                <a:srgbClr val="566BE2"/>
              </a:buClr>
              <a:buFont typeface="Carlito"/>
              <a:buChar char="-"/>
              <a:tabLst>
                <a:tab pos="800640" algn="l"/>
                <a:tab pos="801360" algn="l"/>
              </a:tabLst>
            </a:pP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Ensuring </a:t>
            </a:r>
            <a:r>
              <a:rPr lang="en-US" sz="24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quality </a:t>
            </a:r>
            <a:r>
              <a:rPr lang="en-US" sz="240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of </a:t>
            </a:r>
            <a:r>
              <a:rPr lang="en-US" sz="24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client </a:t>
            </a:r>
            <a:r>
              <a:rPr lang="en-US" sz="24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submitted</a:t>
            </a:r>
            <a:r>
              <a:rPr lang="en-US" sz="2400" b="0" strike="noStrike" spc="35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data.</a:t>
            </a:r>
            <a:endParaRPr lang="en-US" sz="24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object 2"/>
          <p:cNvSpPr txBox="1"/>
          <p:nvPr/>
        </p:nvSpPr>
        <p:spPr>
          <a:xfrm>
            <a:off x="916200" y="372240"/>
            <a:ext cx="16329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32">
                <a:solidFill>
                  <a:srgbClr val="E20512"/>
                </a:solidFill>
                <a:latin typeface="Arial" pitchFamily="34" charset="0" panose="020B0604020202020204"/>
              </a:rPr>
              <a:t>E</a:t>
            </a:r>
            <a:r>
              <a:rPr lang="en-US" sz="3200" b="0" strike="noStrike" spc="43">
                <a:solidFill>
                  <a:srgbClr val="E20512"/>
                </a:solidFill>
                <a:latin typeface="Arial" pitchFamily="34" charset="0" panose="020B0604020202020204"/>
              </a:rPr>
              <a:t>x</a:t>
            </a:r>
            <a:r>
              <a:rPr lang="en-US" sz="3200" b="0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a</a:t>
            </a:r>
            <a:r>
              <a:rPr lang="en-US" sz="3200" b="0" strike="noStrike" spc="29">
                <a:solidFill>
                  <a:srgbClr val="E20512"/>
                </a:solidFill>
                <a:latin typeface="Arial" pitchFamily="34" charset="0" panose="020B0604020202020204"/>
              </a:rPr>
              <a:t>m</a:t>
            </a:r>
            <a:r>
              <a:rPr lang="en-US" sz="3200" b="0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p</a:t>
            </a:r>
            <a:r>
              <a:rPr lang="en-US" sz="3200" b="0" strike="noStrike" spc="32">
                <a:solidFill>
                  <a:srgbClr val="E20512"/>
                </a:solidFill>
                <a:latin typeface="Arial" pitchFamily="34" charset="0" panose="020B0604020202020204"/>
              </a:rPr>
              <a:t>l</a:t>
            </a:r>
            <a:r>
              <a:rPr lang="en-US" sz="3200" b="0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e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8" name="object 3"/>
          <p:cNvSpPr/>
          <p:nvPr/>
        </p:nvSpPr>
        <p:spPr>
          <a:xfrm>
            <a:off x="1223640" y="1270440"/>
            <a:ext cx="7577280" cy="467676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89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004861" y="2717880"/>
            <a:ext cx="7001162" cy="86148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 pitchFamily="34" charset="0" panose="020B0604020202020204"/>
              </a:rPr>
              <a:t>4. API test with </a:t>
            </a:r>
            <a:r>
              <a:rPr lang="en-US" dirty="0" err="1">
                <a:solidFill>
                  <a:schemeClr val="bg1"/>
                </a:solidFill>
                <a:cs typeface="Arial" pitchFamily="34" charset="0" panose="020B0604020202020204"/>
              </a:rPr>
              <a:t>RestSharp</a:t>
            </a:r>
            <a:r>
              <a:rPr lang="en-US" dirty="0">
                <a:solidFill>
                  <a:schemeClr val="bg1"/>
                </a:solidFill>
                <a:cs typeface="Arial" pitchFamily="34" charset="0" panose="020B0604020202020204"/>
              </a:rPr>
              <a:t> </a:t>
            </a:r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object 2"/>
          <p:cNvSpPr txBox="1"/>
          <p:nvPr/>
        </p:nvSpPr>
        <p:spPr>
          <a:xfrm>
            <a:off x="977160" y="372240"/>
            <a:ext cx="100436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noAutofit/>
          </a:bodyPr>
          <a:lstStyle/>
          <a:p>
            <a:r>
              <a:rPr lang="en-US" sz="3200" b="1" spc="4" dirty="0">
                <a:solidFill>
                  <a:srgbClr val="E20512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What is RestSharp?</a:t>
            </a:r>
            <a:endParaRPr lang="en-US" sz="3200" spc="4" dirty="0">
              <a:solidFill>
                <a:srgbClr val="000000"/>
              </a:solidFill>
              <a:latin typeface="Arial" pitchFamily="34" charset="0" panose="020B0604020202020204"/>
              <a:cs typeface="Arial" pitchFamily="34" charset="0" panose="020B0604020202020204"/>
            </a:endParaRPr>
          </a:p>
          <a:p>
            <a:pPr marL="12065">
              <a:lnSpc>
                <a:spcPct val="100000"/>
              </a:lnSpc>
              <a:spcBef>
                <a:spcPts val="130"/>
              </a:spcBef>
            </a:pPr>
            <a:endParaRPr lang="en-US" sz="3200" b="1" strike="noStrike" spc="4" dirty="0">
              <a:solidFill>
                <a:srgbClr val="E20512"/>
              </a:solidFill>
              <a:latin typeface="Arial" pitchFamily="34" charset="0" panose="020B0604020202020204"/>
            </a:endParaRPr>
          </a:p>
        </p:txBody>
      </p:sp>
      <p:sp>
        <p:nvSpPr>
          <p:cNvPr id="345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46" name="object 3"/>
          <p:cNvSpPr/>
          <p:nvPr/>
        </p:nvSpPr>
        <p:spPr>
          <a:xfrm>
            <a:off x="977040" y="1035720"/>
            <a:ext cx="9814680" cy="36912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9680" rIns="0" bIns="0" anchor="t">
            <a:spAutoFit/>
          </a:bodyPr>
          <a:lstStyle/>
          <a:p>
            <a:pPr marL="12065">
              <a:lnSpc>
                <a:spcPct val="90000"/>
              </a:lnSpc>
              <a:spcBef>
                <a:spcPts val="391"/>
              </a:spcBef>
            </a:pPr>
            <a:r>
              <a:rPr lang="en-US" sz="2400" spc="-52" dirty="0">
                <a:solidFill>
                  <a:srgbClr val="313131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The main purpose </a:t>
            </a:r>
            <a:r>
              <a:rPr lang="en-US" sz="2400" b="0" strike="noStrike" spc="-52" dirty="0">
                <a:solidFill>
                  <a:srgbClr val="313131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of </a:t>
            </a:r>
            <a:r>
              <a:rPr lang="en-US" sz="2400" spc="-52" dirty="0">
                <a:solidFill>
                  <a:srgbClr val="313131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RestSharp is to make synchronous and asynchronous calls to remote resources over </a:t>
            </a:r>
            <a:r>
              <a:rPr lang="en-US" sz="2400" b="0" strike="noStrike" spc="-52" dirty="0">
                <a:solidFill>
                  <a:srgbClr val="313131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HTTP. </a:t>
            </a:r>
            <a:r>
              <a:rPr lang="en-US" sz="2400" spc="-52" dirty="0">
                <a:solidFill>
                  <a:srgbClr val="313131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As the name suggests</a:t>
            </a:r>
            <a:r>
              <a:rPr lang="en-US" sz="2400" b="0" strike="noStrike" spc="-52" dirty="0">
                <a:solidFill>
                  <a:srgbClr val="313131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, the </a:t>
            </a:r>
            <a:r>
              <a:rPr lang="en-US" sz="2400" spc="-52" dirty="0">
                <a:solidFill>
                  <a:srgbClr val="313131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main audience of RestSharp are developers who use REST APIs</a:t>
            </a:r>
            <a:r>
              <a:rPr lang="en-US" sz="2400" b="0" strike="noStrike" spc="-52" dirty="0">
                <a:solidFill>
                  <a:srgbClr val="313131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.</a:t>
            </a:r>
            <a:r>
              <a:rPr lang="en-US" sz="2400" spc="-52" dirty="0">
                <a:solidFill>
                  <a:srgbClr val="313131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 </a:t>
            </a: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endParaRPr lang="en-US" sz="2400" spc="-52" dirty="0">
              <a:solidFill>
                <a:srgbClr val="313131"/>
              </a:solidFill>
              <a:latin typeface="Arial" pitchFamily="34" charset="0" panose="020B0604020202020204"/>
              <a:cs typeface="Arial" pitchFamily="34" charset="0" panose="020B0604020202020204"/>
            </a:endParaRP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r>
              <a:rPr lang="en-US" sz="2400" spc="-52" dirty="0">
                <a:solidFill>
                  <a:srgbClr val="313131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It provides a simple and powerful API to interact with RESTful services.</a:t>
            </a: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endParaRPr lang="en-US" sz="24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r>
              <a:rPr lang="en-US" sz="2400" spc="-52" dirty="0">
                <a:solidFill>
                  <a:srgbClr val="313131"/>
                </a:solidFill>
                <a:highlight>
                  <a:srgbClr val="C0C0C0"/>
                </a:highlight>
                <a:cs typeface="Arial" pitchFamily="34" charset="0" panose="020B0604020202020204"/>
              </a:rPr>
              <a:t>   </a:t>
            </a:r>
            <a:endParaRPr lang="en-US" dirty="0" err="1">
              <a:highlight>
                <a:srgbClr val="C0C0C0"/>
              </a:highlight>
            </a:endParaRP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endParaRPr lang="en-US" sz="2400" spc="-52" dirty="0">
              <a:solidFill>
                <a:srgbClr val="313131"/>
              </a:solidFill>
              <a:highlight>
                <a:srgbClr val="C0C0C0"/>
              </a:highlight>
              <a:cs typeface="Arial" pitchFamily="34" charset="0" panose="020B0604020202020204"/>
            </a:endParaRP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endParaRPr lang="en-US" sz="2400" spc="-52" dirty="0">
              <a:solidFill>
                <a:srgbClr val="313131"/>
              </a:solidFill>
              <a:highlight>
                <a:srgbClr val="C0C0C0"/>
              </a:highlight>
              <a:cs typeface="Arial" pitchFamily="34" charset="0" panose="020B0604020202020204"/>
            </a:endParaRP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endParaRPr lang="en-US" sz="2400" spc="-52" dirty="0">
              <a:solidFill>
                <a:srgbClr val="313131"/>
              </a:solidFill>
              <a:cs typeface="Arial" pitchFamily="34" charset="0" panose="020B0604020202020204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975360" y="5760720"/>
            <a:ext cx="694944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rtlCol="0" anchor="t">
            <a:prstTxWarp prst="textNoShape">
              <a:avLst/>
            </a:prstTxWarp>
            <a:spAutoFit/>
          </a:bodyPr>
          <a:lstStyle/>
          <a:p>
            <a:r>
              <a:rPr lang="en-US" dirty="0"/>
              <a:t>Link: </a:t>
            </a:r>
            <a:r>
              <a:rPr lang="en-US" dirty="0">
                <a:hlinkClick r:id="rId1"/>
              </a:rPr>
              <a:t>https://restsharp.dev/docs/intro/</a:t>
            </a:r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object 2"/>
          <p:cNvSpPr txBox="1"/>
          <p:nvPr/>
        </p:nvSpPr>
        <p:spPr>
          <a:xfrm>
            <a:off x="977160" y="372240"/>
            <a:ext cx="100436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noAutofit/>
          </a:bodyPr>
          <a:lstStyle/>
          <a:p>
            <a:r>
              <a:rPr lang="en-US" sz="3200" b="1" spc="4" dirty="0">
                <a:solidFill>
                  <a:srgbClr val="E20512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Why use RestSharp for API Testing </a:t>
            </a:r>
            <a:endParaRPr lang="en-US" sz="3200" b="1" strike="noStrike" spc="4" dirty="0">
              <a:solidFill>
                <a:srgbClr val="E20512"/>
              </a:solidFill>
              <a:latin typeface="Arial" pitchFamily="34" charset="0" panose="020B0604020202020204"/>
            </a:endParaRPr>
          </a:p>
        </p:txBody>
      </p:sp>
      <p:sp>
        <p:nvSpPr>
          <p:cNvPr id="345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46" name="object 3"/>
          <p:cNvSpPr/>
          <p:nvPr/>
        </p:nvSpPr>
        <p:spPr>
          <a:xfrm>
            <a:off x="977040" y="1035720"/>
            <a:ext cx="9814680" cy="266429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9680" rIns="0" bIns="0" anchor="t">
            <a:spAutoFit/>
          </a:bodyPr>
          <a:lstStyle/>
          <a:p>
            <a:pPr marL="354965" indent="-342900">
              <a:lnSpc>
                <a:spcPct val="90000"/>
              </a:lnSpc>
              <a:spcBef>
                <a:spcPts val="391"/>
              </a:spcBef>
              <a:buClr>
                <a:srgbClr val="FF0000"/>
              </a:buClr>
              <a:buFont typeface="Wingdings" charset="2"/>
              <a:buChar char="§"/>
            </a:pPr>
            <a:r>
              <a:rPr lang="en-US" sz="2200" spc="-52" dirty="0">
                <a:solidFill>
                  <a:srgbClr val="313131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Easy to use: RestSharp provides a simple and readable syntax to make HTTP requests.</a:t>
            </a:r>
          </a:p>
          <a:p>
            <a:pPr marL="354965" indent="-342900">
              <a:lnSpc>
                <a:spcPct val="90000"/>
              </a:lnSpc>
              <a:spcBef>
                <a:spcPts val="391"/>
              </a:spcBef>
              <a:buClr>
                <a:srgbClr val="FF0000"/>
              </a:buClr>
              <a:buFont typeface="Wingdings" charset="2"/>
              <a:buChar char="§"/>
            </a:pPr>
            <a:r>
              <a:rPr lang="en-US" sz="2200" spc="-52" dirty="0">
                <a:solidFill>
                  <a:srgbClr val="313131"/>
                </a:solidFill>
                <a:cs typeface="Arial" pitchFamily="34" charset="0" panose="020B0604020202020204"/>
              </a:rPr>
              <a:t>Great integration with NUnit: Easily integrates with NUnit for running automated tests.</a:t>
            </a:r>
          </a:p>
          <a:p>
            <a:pPr marL="354965" indent="-342900">
              <a:lnSpc>
                <a:spcPct val="90000"/>
              </a:lnSpc>
              <a:spcBef>
                <a:spcPts val="391"/>
              </a:spcBef>
              <a:buClr>
                <a:srgbClr val="FF0000"/>
              </a:buClr>
              <a:buFont typeface="Wingdings" charset="2"/>
              <a:buChar char="§"/>
            </a:pPr>
            <a:r>
              <a:rPr lang="en-US" sz="2200" spc="-52" dirty="0">
                <a:solidFill>
                  <a:srgbClr val="313131"/>
                </a:solidFill>
                <a:cs typeface="Arial" pitchFamily="34" charset="0" panose="020B0604020202020204"/>
              </a:rPr>
              <a:t>Supports HTTP Methods: GET, POST, PUT, DELETE, PATCH, etc.</a:t>
            </a:r>
          </a:p>
          <a:p>
            <a:pPr marL="354965" indent="-342900">
              <a:lnSpc>
                <a:spcPct val="90000"/>
              </a:lnSpc>
              <a:spcBef>
                <a:spcPts val="391"/>
              </a:spcBef>
              <a:buClr>
                <a:srgbClr val="FF0000"/>
              </a:buClr>
              <a:buFont typeface="Wingdings" charset="2"/>
              <a:buChar char="§"/>
            </a:pPr>
            <a:r>
              <a:rPr lang="en-US" sz="2200" spc="-52" dirty="0">
                <a:solidFill>
                  <a:srgbClr val="313131"/>
                </a:solidFill>
                <a:cs typeface="Arial" pitchFamily="34" charset="0" panose="020B0604020202020204"/>
              </a:rPr>
              <a:t>Handles Responses: Parse response data (JSON, XML, etc.) from the API.</a:t>
            </a:r>
          </a:p>
          <a:p>
            <a:pPr marL="354965" indent="-342900">
              <a:lnSpc>
                <a:spcPct val="90000"/>
              </a:lnSpc>
              <a:spcBef>
                <a:spcPts val="391"/>
              </a:spcBef>
              <a:buClr>
                <a:srgbClr val="FF0000"/>
              </a:buClr>
              <a:buFont typeface="Wingdings" charset="2"/>
              <a:buChar char="§"/>
            </a:pPr>
            <a:r>
              <a:rPr lang="en-US" sz="2200" spc="-52" dirty="0">
                <a:solidFill>
                  <a:srgbClr val="313131"/>
                </a:solidFill>
                <a:cs typeface="Arial" pitchFamily="34" charset="0" panose="020B0604020202020204"/>
              </a:rPr>
              <a:t>Handles Complex Requests: Supports adding parameters, headers, body content, etc., to requests.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object 2"/>
          <p:cNvSpPr txBox="1"/>
          <p:nvPr/>
        </p:nvSpPr>
        <p:spPr>
          <a:xfrm>
            <a:off x="943293" y="152107"/>
            <a:ext cx="100436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noAutofit/>
          </a:bodyPr>
          <a:lstStyle/>
          <a:p>
            <a:r>
              <a:rPr lang="en-US" sz="3200" b="1" spc="4" dirty="0">
                <a:solidFill>
                  <a:srgbClr val="E20512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Basic steps to send a request using RestSharp</a:t>
            </a:r>
            <a:endParaRPr lang="en-US" sz="3200" b="1" strike="noStrike" spc="4" dirty="0">
              <a:solidFill>
                <a:srgbClr val="E20512"/>
              </a:solidFill>
              <a:latin typeface="Arial" pitchFamily="34" charset="0" panose="020B0604020202020204"/>
            </a:endParaRPr>
          </a:p>
        </p:txBody>
      </p:sp>
      <p:sp>
        <p:nvSpPr>
          <p:cNvPr id="345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46" name="object 3"/>
          <p:cNvSpPr/>
          <p:nvPr/>
        </p:nvSpPr>
        <p:spPr>
          <a:xfrm>
            <a:off x="943173" y="815587"/>
            <a:ext cx="9814680" cy="522347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9680" rIns="0" bIns="0" anchor="t">
            <a:spAutoFit/>
          </a:bodyPr>
          <a:lstStyle/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r>
              <a:rPr lang="en-US" sz="2200" spc="-52" dirty="0">
                <a:solidFill>
                  <a:srgbClr val="313131"/>
                </a:solidFill>
                <a:cs typeface="Arial" pitchFamily="34" charset="0" panose="020B0604020202020204"/>
              </a:rPr>
              <a:t>1. Initialize the client: RestClient is used to make requests to the API.</a:t>
            </a:r>
          </a:p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endParaRPr lang="en-US" sz="22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354965" indent="-342900">
              <a:lnSpc>
                <a:spcPct val="90000"/>
              </a:lnSpc>
              <a:spcBef>
                <a:spcPts val="391"/>
              </a:spcBef>
              <a:buClr>
                <a:srgbClr val="FF0000"/>
              </a:buClr>
              <a:buFont typeface="Wingdings" charset="2"/>
              <a:buChar char="§"/>
            </a:pPr>
            <a:endParaRPr lang="en-US" sz="22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endParaRPr lang="en-US" sz="22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r>
              <a:rPr lang="en-US" sz="2200" spc="-52" dirty="0">
                <a:solidFill>
                  <a:srgbClr val="313131"/>
                </a:solidFill>
                <a:cs typeface="Arial" pitchFamily="34" charset="0" panose="020B0604020202020204"/>
              </a:rPr>
              <a:t>2. Create the request: RestRequest defines the endpoint and HTTP method.</a:t>
            </a:r>
          </a:p>
          <a:p>
            <a:pPr marL="354965" indent="-342900">
              <a:lnSpc>
                <a:spcPct val="90000"/>
              </a:lnSpc>
              <a:spcBef>
                <a:spcPts val="391"/>
              </a:spcBef>
              <a:buClr>
                <a:srgbClr val="FF0000"/>
              </a:buClr>
              <a:buFont typeface="Wingdings" charset="2"/>
              <a:buChar char="§"/>
            </a:pPr>
            <a:endParaRPr lang="en-US" sz="22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endParaRPr lang="en-US" sz="22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endParaRPr lang="en-US" sz="22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endParaRPr lang="en-US" sz="22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endParaRPr lang="en-US" sz="22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r>
              <a:rPr lang="en-US" sz="2200" spc="-52" dirty="0">
                <a:solidFill>
                  <a:srgbClr val="313131"/>
                </a:solidFill>
                <a:cs typeface="Arial" pitchFamily="34" charset="0" panose="020B0604020202020204"/>
              </a:rPr>
              <a:t>3. Send the request and get the response: client.Execute(request) sends the request and gets the response.</a:t>
            </a:r>
          </a:p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endParaRPr lang="en-US" sz="22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endParaRPr lang="en-US" sz="22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12065" indent="0">
              <a:lnSpc>
                <a:spcPct val="90000"/>
              </a:lnSpc>
              <a:spcBef>
                <a:spcPts val="391"/>
              </a:spcBef>
              <a:buFont typeface="Wingdings" charset="2"/>
              <a:buNone/>
            </a:pPr>
            <a:r>
              <a:rPr lang="en-US" sz="2200" spc="-52" dirty="0">
                <a:solidFill>
                  <a:srgbClr val="313131"/>
                </a:solidFill>
                <a:cs typeface="Arial" pitchFamily="34" charset="0" panose="020B0604020202020204"/>
              </a:rPr>
              <a:t>4. Validate the response: Validate the returned data.</a:t>
            </a:r>
          </a:p>
        </p:txBody>
      </p:sp>
      <p:pic>
        <p:nvPicPr>
          <p:cNvPr id="347" name="Picture 346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273386" y="1204852"/>
            <a:ext cx="7775599" cy="849964"/>
          </a:xfrm>
          <a:prstGeom prst="rect">
            <a:avLst/>
          </a:prstGeom>
        </p:spPr>
      </p:pic>
      <p:pic>
        <p:nvPicPr>
          <p:cNvPr id="348" name="Picture 347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240012" y="2664391"/>
            <a:ext cx="7808973" cy="798830"/>
          </a:xfrm>
          <a:prstGeom prst="rect">
            <a:avLst/>
          </a:prstGeom>
        </p:spPr>
      </p:pic>
      <p:pic>
        <p:nvPicPr>
          <p:cNvPr id="349" name="Picture 348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1240012" y="3208867"/>
            <a:ext cx="7808973" cy="1034729"/>
          </a:xfrm>
          <a:prstGeom prst="rect">
            <a:avLst/>
          </a:prstGeom>
        </p:spPr>
      </p:pic>
      <p:pic>
        <p:nvPicPr>
          <p:cNvPr id="350" name="Picture 349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1240011" y="5038915"/>
            <a:ext cx="4303918" cy="650901"/>
          </a:xfrm>
          <a:prstGeom prst="rect">
            <a:avLst/>
          </a:prstGeom>
        </p:spPr>
      </p:pic>
      <p:sp>
        <p:nvSpPr>
          <p:cNvPr id="351" name="TextBox 350"/>
          <p:cNvSpPr txBox="1"/>
          <p:nvPr/>
        </p:nvSpPr>
        <p:spPr>
          <a:xfrm>
            <a:off x="943293" y="6138636"/>
            <a:ext cx="8534400" cy="3621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>
                <a:solidFill>
                  <a:srgbClr val="0070C0"/>
                </a:solidFill>
              </a:rPr>
              <a:t>Link: https://restsharp.dev/docs/category/using-restsharp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object 2"/>
          <p:cNvSpPr txBox="1"/>
          <p:nvPr/>
        </p:nvSpPr>
        <p:spPr>
          <a:xfrm>
            <a:off x="916200" y="372240"/>
            <a:ext cx="92178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API </a:t>
            </a:r>
            <a:r>
              <a:rPr lang="en-US" sz="3200" b="1" strike="noStrike" spc="4">
                <a:solidFill>
                  <a:srgbClr val="E20512"/>
                </a:solidFill>
                <a:latin typeface="Arial" pitchFamily="34" charset="0" panose="020B0604020202020204"/>
              </a:rPr>
              <a:t>test 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case </a:t>
            </a:r>
            <a:r>
              <a:rPr lang="en-US" sz="3200" b="1" strike="noStrike" spc="9">
                <a:solidFill>
                  <a:srgbClr val="E20512"/>
                </a:solidFill>
                <a:latin typeface="Arial" pitchFamily="34" charset="0" panose="020B0604020202020204"/>
              </a:rPr>
              <a:t>example in</a:t>
            </a:r>
            <a:r>
              <a:rPr lang="en-US" sz="3200" b="1" strike="noStrike" spc="-435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 spc="9">
                <a:solidFill>
                  <a:srgbClr val="E20512"/>
                </a:solidFill>
                <a:latin typeface="Arial" pitchFamily="34" charset="0" panose="020B0604020202020204"/>
              </a:rPr>
              <a:t>RestSharp (NUnit)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2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343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1344660" y="1396880"/>
            <a:ext cx="9502680" cy="4317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object 2"/>
          <p:cNvSpPr txBox="1"/>
          <p:nvPr/>
        </p:nvSpPr>
        <p:spPr>
          <a:xfrm>
            <a:off x="916200" y="372240"/>
            <a:ext cx="26715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8">
                <a:solidFill>
                  <a:srgbClr val="E20512"/>
                </a:solidFill>
                <a:latin typeface="Arial" pitchFamily="34" charset="0" panose="020B0604020202020204"/>
              </a:rPr>
              <a:t>The</a:t>
            </a:r>
            <a:r>
              <a:rPr lang="en-US" sz="3200" b="1" strike="noStrike" spc="-185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 spc="4">
                <a:solidFill>
                  <a:srgbClr val="E20512"/>
                </a:solidFill>
                <a:latin typeface="Arial" pitchFamily="34" charset="0" panose="020B0604020202020204"/>
              </a:rPr>
              <a:t>response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8" name="object 3"/>
          <p:cNvSpPr/>
          <p:nvPr/>
        </p:nvSpPr>
        <p:spPr>
          <a:xfrm>
            <a:off x="940680" y="1141200"/>
            <a:ext cx="8864280" cy="59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>
            <a:spAutoFit/>
          </a:bodyPr>
          <a:lstStyle/>
          <a:p>
            <a:pPr marL="12600">
              <a:lnSpc>
                <a:spcPts val="2290"/>
              </a:lnSpc>
              <a:spcBef>
                <a:spcPts val="130"/>
              </a:spcBef>
            </a:pPr>
            <a:r>
              <a:rPr lang="en-US" sz="2000" b="1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After all RestSharp yields</a:t>
            </a:r>
            <a:r>
              <a:rPr lang="en-US" sz="2000" b="1" strike="noStrike" spc="-18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the</a:t>
            </a:r>
            <a:r>
              <a:rPr lang="en-US" sz="2000" b="1" strike="noStrike" spc="-9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response</a:t>
            </a:r>
            <a:r>
              <a:rPr lang="en-US" sz="2000" b="1" strike="noStrike" spc="-160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as</a:t>
            </a:r>
            <a:r>
              <a:rPr lang="en-US" sz="2000" b="1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an</a:t>
            </a:r>
            <a:r>
              <a:rPr lang="en-US" sz="2000" b="1" strike="noStrike" spc="-7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object</a:t>
            </a:r>
            <a:r>
              <a:rPr lang="en-US" sz="2000" b="1" strike="noStrike" spc="-18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literal</a:t>
            </a:r>
            <a:r>
              <a:rPr lang="en-US" sz="2000" b="1" strike="noStrike" spc="-140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containing</a:t>
            </a:r>
            <a:r>
              <a:rPr lang="en-US" sz="2000" b="1" strike="noStrike" spc="-22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properties</a:t>
            </a:r>
            <a:r>
              <a:rPr lang="en-US" sz="2000" b="0" strike="noStrike">
                <a:solidFill>
                  <a:srgbClr val="000000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such</a:t>
            </a:r>
            <a:r>
              <a:rPr lang="en-US" sz="2000" b="1" strike="noStrike" spc="-7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as</a:t>
            </a:r>
            <a:r>
              <a:rPr lang="en-US" sz="2000" b="1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status,</a:t>
            </a:r>
            <a:r>
              <a:rPr lang="en-US" sz="2000" b="1" strike="noStrike" spc="-15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4">
                <a:solidFill>
                  <a:srgbClr val="313131"/>
                </a:solidFill>
                <a:latin typeface="Arial" pitchFamily="34" charset="0" panose="020B0604020202020204"/>
              </a:rPr>
              <a:t>body,</a:t>
            </a:r>
            <a:r>
              <a:rPr lang="en-US" sz="2000" b="1" strike="noStrike" spc="-15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headers,</a:t>
            </a:r>
            <a:r>
              <a:rPr lang="en-US" sz="2000" b="1" strike="noStrike" spc="-22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duration.</a:t>
            </a:r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349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350" name="Picture 3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942480" y="1905120"/>
            <a:ext cx="8734680" cy="41504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object 2"/>
          <p:cNvSpPr/>
          <p:nvPr/>
        </p:nvSpPr>
        <p:spPr>
          <a:xfrm>
            <a:off x="964800" y="124920"/>
            <a:ext cx="4552560" cy="5043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656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8">
                <a:solidFill>
                  <a:srgbClr val="E20512"/>
                </a:solidFill>
                <a:latin typeface="Arial" pitchFamily="34" charset="0" panose="020B0604020202020204"/>
              </a:rPr>
              <a:t>API </a:t>
            </a:r>
            <a:r>
              <a:rPr lang="en-US" sz="3200" b="1" strike="noStrike" spc="4">
                <a:solidFill>
                  <a:srgbClr val="E20512"/>
                </a:solidFill>
                <a:latin typeface="Arial" pitchFamily="34" charset="0" panose="020B0604020202020204"/>
              </a:rPr>
              <a:t>Response</a:t>
            </a:r>
            <a:r>
              <a:rPr lang="en-US" sz="3200" b="1" strike="noStrike" spc="-242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 spc="9">
                <a:solidFill>
                  <a:srgbClr val="E20512"/>
                </a:solidFill>
                <a:latin typeface="Arial" pitchFamily="34" charset="0" panose="020B0604020202020204"/>
              </a:rPr>
              <a:t>Example</a:t>
            </a:r>
            <a:endParaRPr lang="en-US" sz="3200" b="0" strike="noStrike">
              <a:latin typeface="Arial" pitchFamily="34" charset="0" panose="020B0604020202020204"/>
            </a:endParaRPr>
          </a:p>
        </p:txBody>
      </p:sp>
      <p:sp>
        <p:nvSpPr>
          <p:cNvPr id="391" name="object 3"/>
          <p:cNvSpPr/>
          <p:nvPr/>
        </p:nvSpPr>
        <p:spPr>
          <a:xfrm>
            <a:off x="1095840" y="719640"/>
            <a:ext cx="395964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strike="noStrike">
                <a:solidFill>
                  <a:srgbClr val="313131"/>
                </a:solidFill>
                <a:latin typeface="Arial" pitchFamily="34" charset="0" panose="020B0604020202020204"/>
              </a:rPr>
              <a:t>A </a:t>
            </a:r>
            <a:r>
              <a:rPr lang="en-US" sz="18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body </a:t>
            </a:r>
            <a:r>
              <a:rPr lang="en-US" sz="1800" b="1" strike="noStrike" spc="9">
                <a:solidFill>
                  <a:srgbClr val="313131"/>
                </a:solidFill>
                <a:latin typeface="Arial" pitchFamily="34" charset="0" panose="020B0604020202020204"/>
              </a:rPr>
              <a:t>of </a:t>
            </a:r>
            <a:r>
              <a:rPr lang="en-US" sz="1800" b="1" strike="noStrike" spc="4">
                <a:solidFill>
                  <a:srgbClr val="313131"/>
                </a:solidFill>
                <a:latin typeface="Arial" pitchFamily="34" charset="0" panose="020B0604020202020204"/>
              </a:rPr>
              <a:t>the </a:t>
            </a:r>
            <a:r>
              <a:rPr lang="en-US" sz="1800" b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API response</a:t>
            </a:r>
            <a:r>
              <a:rPr lang="en-US" sz="1800" b="1" strike="noStrike" spc="-290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1800" b="1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example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392" name="object 4"/>
          <p:cNvSpPr/>
          <p:nvPr/>
        </p:nvSpPr>
        <p:spPr>
          <a:xfrm>
            <a:off x="1019160" y="1184040"/>
            <a:ext cx="8086320" cy="524484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93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 noEditPoints="1"/>
          </p:cNvSpPr>
          <p:nvPr>
            <p:ph type="title"/>
          </p:nvPr>
        </p:nvSpPr>
        <p:spPr>
          <a:xfrm>
            <a:off x="1004861" y="2717880"/>
            <a:ext cx="7001162" cy="86148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  <a:cs typeface="Arial" pitchFamily="34" charset="0" panose="020B0604020202020204"/>
              </a:rPr>
              <a:t>5. Demo &amp; Exercises  </a:t>
            </a:r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object 2"/>
          <p:cNvSpPr txBox="1"/>
          <p:nvPr/>
        </p:nvSpPr>
        <p:spPr>
          <a:xfrm>
            <a:off x="977160" y="372240"/>
            <a:ext cx="100436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 anchor="t">
            <a:noAutofit/>
          </a:bodyPr>
          <a:lstStyle/>
          <a:p>
            <a:r>
              <a:rPr lang="en-US" sz="3200" b="1" spc="4" dirty="0">
                <a:solidFill>
                  <a:srgbClr val="E20512"/>
                </a:solidFill>
                <a:latin typeface="Arial" pitchFamily="34" charset="0" panose="020B0604020202020204"/>
                <a:cs typeface="Arial" pitchFamily="34" charset="0" panose="020B0604020202020204"/>
              </a:rPr>
              <a:t>How to create a test project</a:t>
            </a:r>
          </a:p>
          <a:p>
            <a:pPr marL="12065">
              <a:lnSpc>
                <a:spcPct val="100000"/>
              </a:lnSpc>
              <a:spcBef>
                <a:spcPts val="130"/>
              </a:spcBef>
            </a:pPr>
            <a:endParaRPr lang="en-US" sz="3200" b="1" strike="noStrike" spc="4" dirty="0">
              <a:solidFill>
                <a:srgbClr val="E20512"/>
              </a:solidFill>
              <a:latin typeface="Arial" pitchFamily="34" charset="0" panose="020B0604020202020204"/>
            </a:endParaRPr>
          </a:p>
        </p:txBody>
      </p:sp>
      <p:sp>
        <p:nvSpPr>
          <p:cNvPr id="345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46" name="object 3"/>
          <p:cNvSpPr/>
          <p:nvPr/>
        </p:nvSpPr>
        <p:spPr>
          <a:xfrm>
            <a:off x="977040" y="1035720"/>
            <a:ext cx="9814680" cy="5419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49680" rIns="0" bIns="0" anchor="t">
            <a:spAutoFit/>
          </a:bodyPr>
          <a:lstStyle/>
          <a:p>
            <a:pPr marL="342900" indent="-342900">
              <a:buFont typeface="Calibri"/>
              <a:buChar char="-"/>
            </a:pP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Show list supported templates</a:t>
            </a:r>
          </a:p>
          <a:p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dotnet new list </a:t>
            </a:r>
            <a:endParaRPr lang="en-US"/>
          </a:p>
          <a:p>
            <a:endParaRPr lang="en-US" sz="24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342900" indent="-342900">
              <a:buFont typeface="Calibri"/>
              <a:buChar char="-"/>
            </a:pPr>
            <a:r>
              <a:rPr lang="en-US" sz="2400" spc="-52" dirty="0">
                <a:solidFill>
                  <a:srgbClr val="313131"/>
                </a:solidFill>
                <a:cs typeface="Arial" pitchFamily="34" charset="0" panose="020B0604020202020204"/>
              </a:rPr>
              <a:t>Create a project by template</a:t>
            </a:r>
          </a:p>
          <a:p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dotnet new 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nunit</a:t>
            </a: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 --name "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TestDemo</a:t>
            </a: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" --framework net8.0</a:t>
            </a:r>
            <a:endParaRPr lang="en-US" sz="24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dotnet new 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classlib</a:t>
            </a: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 --name "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Test.Core</a:t>
            </a: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" --framework net8.0</a:t>
            </a:r>
            <a:endParaRPr lang="en-US" dirty="0"/>
          </a:p>
          <a:p>
            <a:endParaRPr lang="en-US" sz="24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342900" indent="-342900">
              <a:buFont typeface="Calibri"/>
              <a:buChar char="-"/>
            </a:pPr>
            <a:r>
              <a:rPr lang="en-US" sz="2400" spc="-52" dirty="0">
                <a:solidFill>
                  <a:srgbClr val="313131"/>
                </a:solidFill>
                <a:cs typeface="Arial" pitchFamily="34" charset="0" panose="020B0604020202020204"/>
              </a:rPr>
              <a:t>Add a project reference</a:t>
            </a:r>
          </a:p>
          <a:p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dotnet add Testing/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Testing.csproj</a:t>
            </a:r>
            <a:r>
              <a:rPr lang="en-US" sz="2400" spc="-52" dirty="0">
                <a:solidFill>
                  <a:srgbClr val="313131"/>
                </a:solidFill>
                <a:ea typeface="+mn-lt"/>
                <a:cs typeface="+mn-lt"/>
              </a:rPr>
              <a:t> reference Core/</a:t>
            </a:r>
            <a:r>
              <a:rPr lang="en-US" sz="2400" spc="-52" dirty="0" err="1">
                <a:solidFill>
                  <a:srgbClr val="313131"/>
                </a:solidFill>
                <a:ea typeface="+mn-lt"/>
                <a:cs typeface="+mn-lt"/>
              </a:rPr>
              <a:t>Core.csproj</a:t>
            </a:r>
            <a:endParaRPr lang="en-US" dirty="0" err="1"/>
          </a:p>
          <a:p>
            <a:endParaRPr lang="en-US" sz="2400" spc="-52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pPr marL="285750" indent="-285750">
              <a:buFont typeface="Calibri"/>
              <a:buChar char="-"/>
            </a:pPr>
            <a:r>
              <a:rPr lang="en-US" sz="2400" dirty="0">
                <a:solidFill>
                  <a:srgbClr val="313131"/>
                </a:solidFill>
                <a:cs typeface="Arial" pitchFamily="34" charset="0" panose="020B0604020202020204"/>
              </a:rPr>
              <a:t>Run test</a:t>
            </a:r>
          </a:p>
          <a:p>
            <a:r>
              <a:rPr lang="en-US" sz="2400" dirty="0">
                <a:solidFill>
                  <a:srgbClr val="313131"/>
                </a:solidFill>
                <a:cs typeface="Arial" pitchFamily="34" charset="0" panose="020B0604020202020204"/>
              </a:rPr>
              <a:t>dotnet test</a:t>
            </a:r>
          </a:p>
          <a:p>
            <a:pPr marL="285750" indent="-285750">
              <a:buFont typeface="Calibri"/>
              <a:buChar char="-"/>
            </a:pPr>
            <a:endParaRPr lang="en-US" dirty="0">
              <a:solidFill>
                <a:srgbClr val="313131"/>
              </a:solidFill>
              <a:cs typeface="Arial" pitchFamily="34" charset="0" panose="020B0604020202020204"/>
            </a:endParaRPr>
          </a:p>
          <a:p>
            <a:endParaRPr lang="en-US">
              <a:solidFill>
                <a:srgbClr val="000000"/>
              </a:solidFill>
              <a:cs typeface="Arial" pitchFamily="34" charset="0" panose="020B0604020202020204"/>
            </a:endParaRPr>
          </a:p>
          <a:p>
            <a:pPr marL="12065">
              <a:lnSpc>
                <a:spcPct val="90000"/>
              </a:lnSpc>
              <a:spcBef>
                <a:spcPts val="391"/>
              </a:spcBef>
            </a:pPr>
            <a:endParaRPr lang="en-US" sz="2400" spc="-52" dirty="0">
              <a:solidFill>
                <a:srgbClr val="313131"/>
              </a:solidFill>
              <a:cs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object 2"/>
          <p:cNvSpPr txBox="1"/>
          <p:nvPr/>
        </p:nvSpPr>
        <p:spPr>
          <a:xfrm>
            <a:off x="916200" y="372240"/>
            <a:ext cx="7908599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9">
                <a:solidFill>
                  <a:srgbClr val="E20512"/>
                </a:solidFill>
                <a:latin typeface="Arial" pitchFamily="34" charset="0" panose="020B0604020202020204"/>
              </a:rPr>
              <a:t>DEMOQA Swagger - BookStore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2" name="object 3"/>
          <p:cNvSpPr/>
          <p:nvPr/>
        </p:nvSpPr>
        <p:spPr>
          <a:xfrm>
            <a:off x="917640" y="1029240"/>
            <a:ext cx="5166000" cy="3360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7280" rIns="0" bIns="0">
            <a:spAutoFit/>
          </a:bodyPr>
          <a:lstStyle/>
          <a:p>
            <a:pPr marL="12600" algn="just">
              <a:lnSpc>
                <a:spcPct val="151000"/>
              </a:lnSpc>
              <a:spcBef>
                <a:spcPts val="136"/>
              </a:spcBef>
            </a:pPr>
            <a:r>
              <a:rPr lang="en-US" sz="1800" b="1" strike="noStrike" spc="4">
                <a:solidFill>
                  <a:srgbClr val="313131"/>
                </a:solidFill>
                <a:latin typeface="Arial" pitchFamily="34" charset="0" panose="020B0604020202020204"/>
              </a:rPr>
              <a:t>Method: </a:t>
            </a:r>
            <a:r>
              <a:rPr lang="en-US" sz="1800" b="0" strike="noStrike">
                <a:solidFill>
                  <a:srgbClr val="000000"/>
                </a:solidFill>
                <a:latin typeface="Arial" pitchFamily="34" charset="0" panose="020B0604020202020204"/>
              </a:rPr>
              <a:t>tells </a:t>
            </a:r>
            <a:r>
              <a:rPr lang="en-US" sz="1800" b="0" strike="noStrike" spc="18">
                <a:solidFill>
                  <a:srgbClr val="000000"/>
                </a:solidFill>
                <a:latin typeface="Arial" pitchFamily="34" charset="0" panose="020B0604020202020204"/>
              </a:rPr>
              <a:t>the </a:t>
            </a:r>
            <a:r>
              <a:rPr lang="en-US" sz="1800" b="0" strike="noStrike" spc="-26">
                <a:solidFill>
                  <a:srgbClr val="000000"/>
                </a:solidFill>
                <a:latin typeface="Arial" pitchFamily="34" charset="0" panose="020B0604020202020204"/>
              </a:rPr>
              <a:t>server </a:t>
            </a:r>
            <a:r>
              <a:rPr lang="en-US" sz="1800" b="0" strike="noStrike" spc="-7">
                <a:solidFill>
                  <a:srgbClr val="000000"/>
                </a:solidFill>
                <a:latin typeface="Arial" pitchFamily="34" charset="0" panose="020B0604020202020204"/>
              </a:rPr>
              <a:t>what </a:t>
            </a:r>
            <a:r>
              <a:rPr lang="en-US" sz="1800" b="0" strike="noStrike" spc="-15">
                <a:solidFill>
                  <a:srgbClr val="000000"/>
                </a:solidFill>
                <a:latin typeface="Arial" pitchFamily="34" charset="0" panose="020B0604020202020204"/>
              </a:rPr>
              <a:t>kind of action </a:t>
            </a:r>
            <a:r>
              <a:rPr lang="en-US" sz="1800" b="0" strike="noStrike" spc="18">
                <a:solidFill>
                  <a:srgbClr val="000000"/>
                </a:solidFill>
                <a:latin typeface="Arial" pitchFamily="34" charset="0" panose="020B0604020202020204"/>
              </a:rPr>
              <a:t>the  </a:t>
            </a:r>
            <a:r>
              <a:rPr lang="en-US" sz="1800" b="0" strike="noStrike" spc="4">
                <a:solidFill>
                  <a:srgbClr val="000000"/>
                </a:solidFill>
                <a:latin typeface="Arial" pitchFamily="34" charset="0" panose="020B0604020202020204"/>
              </a:rPr>
              <a:t>client </a:t>
            </a:r>
            <a:r>
              <a:rPr lang="en-US" sz="1800" b="0" strike="noStrike">
                <a:solidFill>
                  <a:srgbClr val="000000"/>
                </a:solidFill>
                <a:latin typeface="Arial" pitchFamily="34" charset="0" panose="020B0604020202020204"/>
              </a:rPr>
              <a:t>wants </a:t>
            </a:r>
            <a:r>
              <a:rPr lang="en-US" sz="1800" b="0" strike="noStrike" spc="-7">
                <a:solidFill>
                  <a:srgbClr val="000000"/>
                </a:solidFill>
                <a:latin typeface="Arial" pitchFamily="34" charset="0" panose="020B0604020202020204"/>
              </a:rPr>
              <a:t>the </a:t>
            </a:r>
            <a:r>
              <a:rPr lang="en-US" sz="1800" b="0" strike="noStrike" spc="-26">
                <a:solidFill>
                  <a:srgbClr val="000000"/>
                </a:solidFill>
                <a:latin typeface="Arial" pitchFamily="34" charset="0" panose="020B0604020202020204"/>
              </a:rPr>
              <a:t>server </a:t>
            </a:r>
            <a:r>
              <a:rPr lang="en-US" sz="1800" b="0" strike="noStrike" spc="9">
                <a:solidFill>
                  <a:srgbClr val="000000"/>
                </a:solidFill>
                <a:latin typeface="Arial" pitchFamily="34" charset="0" panose="020B0604020202020204"/>
              </a:rPr>
              <a:t>to </a:t>
            </a:r>
            <a:r>
              <a:rPr lang="en-US" sz="1800" b="0" strike="noStrike" spc="-7">
                <a:solidFill>
                  <a:srgbClr val="000000"/>
                </a:solidFill>
                <a:latin typeface="Arial" pitchFamily="34" charset="0" panose="020B0604020202020204"/>
              </a:rPr>
              <a:t>take </a:t>
            </a:r>
            <a:r>
              <a:rPr lang="en-US" sz="1800" b="0" strike="noStrike" spc="4">
                <a:solidFill>
                  <a:srgbClr val="000000"/>
                </a:solidFill>
                <a:latin typeface="Arial" pitchFamily="34" charset="0" panose="020B0604020202020204"/>
              </a:rPr>
              <a:t>in. </a:t>
            </a:r>
            <a:r>
              <a:rPr lang="en-US" sz="1800" b="0" strike="noStrike" spc="-12">
                <a:solidFill>
                  <a:srgbClr val="000000"/>
                </a:solidFill>
                <a:latin typeface="Arial" pitchFamily="34" charset="0" panose="020B0604020202020204"/>
              </a:rPr>
              <a:t>Some </a:t>
            </a:r>
            <a:r>
              <a:rPr lang="en-US" sz="1800" b="0" strike="noStrike" spc="-7">
                <a:solidFill>
                  <a:srgbClr val="000000"/>
                </a:solidFill>
                <a:latin typeface="Arial" pitchFamily="34" charset="0" panose="020B0604020202020204"/>
              </a:rPr>
              <a:t>most  </a:t>
            </a:r>
            <a:r>
              <a:rPr lang="en-US" sz="1800" b="0" strike="noStrike" spc="4">
                <a:solidFill>
                  <a:srgbClr val="000000"/>
                </a:solidFill>
                <a:latin typeface="Arial" pitchFamily="34" charset="0" panose="020B0604020202020204"/>
              </a:rPr>
              <a:t>commonly </a:t>
            </a:r>
            <a:r>
              <a:rPr lang="en-US" sz="1800" b="0" strike="noStrike" spc="-15">
                <a:solidFill>
                  <a:srgbClr val="000000"/>
                </a:solidFill>
                <a:latin typeface="Arial" pitchFamily="34" charset="0" panose="020B0604020202020204"/>
              </a:rPr>
              <a:t>seen in </a:t>
            </a:r>
            <a:r>
              <a:rPr lang="en-US" sz="1800" b="0" strike="noStrike" spc="-35">
                <a:solidFill>
                  <a:srgbClr val="000000"/>
                </a:solidFill>
                <a:latin typeface="Arial" pitchFamily="34" charset="0" panose="020B0604020202020204"/>
              </a:rPr>
              <a:t>API’s</a:t>
            </a:r>
            <a:r>
              <a:rPr lang="en-US" sz="1800" b="0" strike="noStrike" spc="58">
                <a:solidFill>
                  <a:srgbClr val="000000"/>
                </a:solidFill>
                <a:latin typeface="Arial" pitchFamily="34" charset="0" panose="020B0604020202020204"/>
              </a:rPr>
              <a:t> </a:t>
            </a:r>
            <a:r>
              <a:rPr lang="en-US" sz="1800" b="0" strike="noStrike" spc="-15">
                <a:solidFill>
                  <a:srgbClr val="000000"/>
                </a:solidFill>
                <a:latin typeface="Arial" pitchFamily="34" charset="0" panose="020B0604020202020204"/>
              </a:rPr>
              <a:t>are: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lang="en-US" sz="1800" b="0" strike="noStrike">
              <a:latin typeface="Arial" pitchFamily="34" charset="0" panose="020B0604020202020204"/>
            </a:endParaRPr>
          </a:p>
          <a:p>
            <a:pPr marL="298440" indent="-286200">
              <a:lnSpc>
                <a:spcPct val="100000"/>
              </a:lnSpc>
              <a:buClr>
                <a:srgbClr val="000000"/>
              </a:buClr>
              <a:buFont typeface="Wingdings" charset="2"/>
              <a:buChar char=""/>
              <a:tabLst>
                <a:tab pos="298440" algn="l"/>
                <a:tab pos="299160" algn="l"/>
              </a:tabLst>
            </a:pPr>
            <a:r>
              <a:rPr lang="en-US" sz="1800" b="1" strike="noStrike" spc="4">
                <a:solidFill>
                  <a:srgbClr val="313131"/>
                </a:solidFill>
                <a:latin typeface="Arial" pitchFamily="34" charset="0" panose="020B0604020202020204"/>
              </a:rPr>
              <a:t>GET 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- </a:t>
            </a:r>
            <a:r>
              <a:rPr lang="en-US" sz="1800" b="0" strike="noStrike" spc="-301">
                <a:solidFill>
                  <a:srgbClr val="313131"/>
                </a:solidFill>
                <a:latin typeface="Arial" pitchFamily="34" charset="0" panose="020B0604020202020204"/>
              </a:rPr>
              <a:t> </a:t>
            </a:r>
            <a:r>
              <a:rPr lang="en-US" sz="1800" b="0" strike="noStrike" spc="-75">
                <a:solidFill>
                  <a:srgbClr val="313131"/>
                </a:solidFill>
                <a:latin typeface="Arial" pitchFamily="34" charset="0" panose="020B0604020202020204"/>
              </a:rPr>
              <a:t> A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sks</a:t>
            </a:r>
            <a:r>
              <a:rPr lang="en-US" sz="1800" b="0" strike="noStrike" spc="-301">
                <a:solidFill>
                  <a:srgbClr val="313131"/>
                </a:solidFill>
                <a:latin typeface="Arial" pitchFamily="34" charset="0" panose="020B0604020202020204"/>
              </a:rPr>
              <a:t>  </a:t>
            </a:r>
            <a:r>
              <a:rPr lang="en-US" sz="18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the </a:t>
            </a:r>
            <a:r>
              <a:rPr lang="en-US" sz="18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server </a:t>
            </a:r>
            <a:r>
              <a:rPr lang="en-US" sz="18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to </a:t>
            </a:r>
            <a:r>
              <a:rPr lang="en-US" sz="1800" b="0" strike="noStrike" spc="-21">
                <a:solidFill>
                  <a:srgbClr val="313131"/>
                </a:solidFill>
                <a:latin typeface="Arial" pitchFamily="34" charset="0" panose="020B0604020202020204"/>
              </a:rPr>
              <a:t>retrieve 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</a:t>
            </a:r>
            <a:r>
              <a:rPr lang="en-US" sz="1800" b="0" strike="noStrike" spc="154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1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resource.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298440" indent="-286200">
              <a:lnSpc>
                <a:spcPct val="149000"/>
              </a:lnSpc>
              <a:spcBef>
                <a:spcPts val="74"/>
              </a:spcBef>
              <a:buClr>
                <a:srgbClr val="000000"/>
              </a:buClr>
              <a:buFont typeface="Wingdings" charset="2"/>
              <a:buChar char=""/>
              <a:tabLst>
                <a:tab pos="298440" algn="l"/>
                <a:tab pos="299160" algn="l"/>
                <a:tab pos="1089720" algn="l"/>
                <a:tab pos="1337400" algn="l"/>
                <a:tab pos="1995120" algn="l"/>
                <a:tab pos="2481120" algn="l"/>
                <a:tab pos="3272040" algn="l"/>
                <a:tab pos="3634920" algn="l"/>
                <a:tab pos="4435560" algn="l"/>
                <a:tab pos="4721400" algn="l"/>
              </a:tabLst>
            </a:pPr>
            <a:r>
              <a:rPr lang="en-US" sz="1800" b="1" strike="noStrike">
                <a:solidFill>
                  <a:srgbClr val="313131"/>
                </a:solidFill>
                <a:latin typeface="Arial" pitchFamily="34" charset="0" panose="020B0604020202020204"/>
              </a:rPr>
              <a:t>P</a:t>
            </a:r>
            <a:r>
              <a:rPr lang="en-US" sz="1800" b="1" strike="noStrike" spc="-55">
                <a:solidFill>
                  <a:srgbClr val="313131"/>
                </a:solidFill>
                <a:latin typeface="Arial" pitchFamily="34" charset="0" panose="020B0604020202020204"/>
              </a:rPr>
              <a:t>O</a:t>
            </a:r>
            <a:r>
              <a:rPr lang="en-US" sz="1800" b="1" strike="noStrike">
                <a:solidFill>
                  <a:srgbClr val="313131"/>
                </a:solidFill>
                <a:latin typeface="Arial" pitchFamily="34" charset="0" panose="020B0604020202020204"/>
              </a:rPr>
              <a:t>ST	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-	</a:t>
            </a:r>
            <a:r>
              <a:rPr lang="en-US" sz="1800" b="0" strike="noStrike" spc="-75">
                <a:solidFill>
                  <a:srgbClr val="313131"/>
                </a:solidFill>
                <a:latin typeface="Arial" pitchFamily="34" charset="0" panose="020B0604020202020204"/>
              </a:rPr>
              <a:t>A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sks	</a:t>
            </a:r>
            <a:r>
              <a:rPr lang="en-US" sz="1800" b="0" strike="noStrike" spc="-55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0" strike="noStrike" spc="43">
                <a:solidFill>
                  <a:srgbClr val="313131"/>
                </a:solidFill>
                <a:latin typeface="Arial" pitchFamily="34" charset="0" panose="020B0604020202020204"/>
              </a:rPr>
              <a:t>h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e	s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r</a:t>
            </a:r>
            <a:r>
              <a:rPr lang="en-US" sz="1800" b="0" strike="noStrike" spc="-80">
                <a:solidFill>
                  <a:srgbClr val="313131"/>
                </a:solidFill>
                <a:latin typeface="Arial" pitchFamily="34" charset="0" panose="020B0604020202020204"/>
              </a:rPr>
              <a:t>v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r	</a:t>
            </a:r>
            <a:r>
              <a:rPr lang="en-US" sz="18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o	cr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ea</a:t>
            </a:r>
            <a:r>
              <a:rPr lang="en-US" sz="18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e	a	</a:t>
            </a:r>
            <a:r>
              <a:rPr lang="en-US" sz="1800" b="0" strike="noStrike" spc="43">
                <a:solidFill>
                  <a:srgbClr val="313131"/>
                </a:solidFill>
                <a:latin typeface="Arial" pitchFamily="34" charset="0" panose="020B0604020202020204"/>
              </a:rPr>
              <a:t>n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w  </a:t>
            </a:r>
            <a:r>
              <a:rPr lang="en-US" sz="1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resource.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298440" indent="-286200">
              <a:lnSpc>
                <a:spcPct val="100000"/>
              </a:lnSpc>
              <a:spcBef>
                <a:spcPts val="1066"/>
              </a:spcBef>
              <a:buClr>
                <a:srgbClr val="000000"/>
              </a:buClr>
              <a:buFont typeface="Wingdings" charset="2"/>
              <a:buChar char=""/>
              <a:tabLst>
                <a:tab pos="298440" algn="l"/>
                <a:tab pos="299160" algn="l"/>
                <a:tab pos="937440" algn="l"/>
                <a:tab pos="1194480" algn="l"/>
                <a:tab pos="1881000" algn="l"/>
                <a:tab pos="2385720" algn="l"/>
                <a:tab pos="3196080" algn="l"/>
                <a:tab pos="3567960" algn="l"/>
                <a:tab pos="4892760" algn="l"/>
              </a:tabLst>
            </a:pPr>
            <a:r>
              <a:rPr lang="en-US" sz="1800" b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PUT	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-	</a:t>
            </a:r>
            <a:r>
              <a:rPr lang="en-US" sz="1800" b="0" strike="noStrike" spc="-301">
                <a:solidFill>
                  <a:srgbClr val="313131"/>
                </a:solidFill>
                <a:latin typeface="Arial" pitchFamily="34" charset="0" panose="020B0604020202020204"/>
              </a:rPr>
              <a:t> </a:t>
            </a:r>
            <a:r>
              <a:rPr lang="en-US" sz="1800" b="0" strike="noStrike" spc="-75">
                <a:solidFill>
                  <a:srgbClr val="313131"/>
                </a:solidFill>
                <a:latin typeface="Arial" pitchFamily="34" charset="0" panose="020B0604020202020204"/>
              </a:rPr>
              <a:t> A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sks</a:t>
            </a:r>
            <a:r>
              <a:rPr lang="en-US" sz="1800" b="0" strike="noStrike" spc="-301">
                <a:solidFill>
                  <a:srgbClr val="313131"/>
                </a:solidFill>
                <a:latin typeface="Arial" pitchFamily="34" charset="0" panose="020B0604020202020204"/>
              </a:rPr>
              <a:t>       </a:t>
            </a:r>
            <a:r>
              <a:rPr lang="en-US" sz="18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the	</a:t>
            </a:r>
            <a:r>
              <a:rPr lang="en-US" sz="18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server	</a:t>
            </a:r>
            <a:r>
              <a:rPr lang="en-US" sz="18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to	</a:t>
            </a:r>
            <a:r>
              <a:rPr lang="en-US" sz="18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edit/update	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an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353" name="object 4"/>
          <p:cNvSpPr/>
          <p:nvPr/>
        </p:nvSpPr>
        <p:spPr>
          <a:xfrm>
            <a:off x="917640" y="4097160"/>
            <a:ext cx="2237400" cy="1291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48680" rIns="0" bIns="0">
            <a:spAutoFit/>
          </a:bodyPr>
          <a:lstStyle/>
          <a:p>
            <a:pPr marL="298440">
              <a:lnSpc>
                <a:spcPct val="100000"/>
              </a:lnSpc>
              <a:spcBef>
                <a:spcPts val="1171"/>
              </a:spcBef>
            </a:pPr>
            <a:r>
              <a:rPr lang="en-US" sz="18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existing</a:t>
            </a:r>
            <a:r>
              <a:rPr lang="en-US" sz="1800" b="0" strike="noStrike" spc="49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1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resource.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298440" indent="-286200">
              <a:lnSpc>
                <a:spcPts val="3311"/>
              </a:lnSpc>
              <a:spcBef>
                <a:spcPts val="221"/>
              </a:spcBef>
              <a:buClr>
                <a:srgbClr val="000000"/>
              </a:buClr>
              <a:buFont typeface="Wingdings" charset="2"/>
              <a:buChar char=""/>
              <a:tabLst>
                <a:tab pos="298440" algn="l"/>
                <a:tab pos="299160" algn="l"/>
                <a:tab pos="1432440" algn="l"/>
                <a:tab pos="1718280" algn="l"/>
              </a:tabLst>
            </a:pPr>
            <a:r>
              <a:rPr lang="en-US" sz="1800" b="1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D</a:t>
            </a:r>
            <a:r>
              <a:rPr lang="en-US" sz="1800" b="1" strike="noStrike">
                <a:solidFill>
                  <a:srgbClr val="313131"/>
                </a:solidFill>
                <a:latin typeface="Arial" pitchFamily="34" charset="0" panose="020B0604020202020204"/>
              </a:rPr>
              <a:t>E</a:t>
            </a:r>
            <a:r>
              <a:rPr lang="en-US" sz="18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L</a:t>
            </a:r>
            <a:r>
              <a:rPr lang="en-US" sz="1800" b="1" strike="noStrike">
                <a:solidFill>
                  <a:srgbClr val="313131"/>
                </a:solidFill>
                <a:latin typeface="Arial" pitchFamily="34" charset="0" panose="020B0604020202020204"/>
              </a:rPr>
              <a:t>E</a:t>
            </a:r>
            <a:r>
              <a:rPr lang="en-US" sz="18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1" strike="noStrike">
                <a:solidFill>
                  <a:srgbClr val="313131"/>
                </a:solidFill>
                <a:latin typeface="Arial" pitchFamily="34" charset="0" panose="020B0604020202020204"/>
              </a:rPr>
              <a:t>E	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-</a:t>
            </a:r>
            <a:r>
              <a:rPr lang="en-US" sz="1800" b="0" strike="noStrike" spc="-75">
                <a:solidFill>
                  <a:srgbClr val="313131"/>
                </a:solidFill>
                <a:latin typeface="Arial" pitchFamily="34" charset="0" panose="020B0604020202020204"/>
              </a:rPr>
              <a:t> A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sks</a:t>
            </a:r>
            <a:r>
              <a:rPr lang="en-US" sz="1800" b="0" strike="noStrike" spc="-5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1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resource.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354" name="object 5"/>
          <p:cNvSpPr/>
          <p:nvPr/>
        </p:nvSpPr>
        <p:spPr>
          <a:xfrm>
            <a:off x="3339000" y="4642920"/>
            <a:ext cx="274536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  <a:tabLst>
                <a:tab pos="536400" algn="l"/>
                <a:tab pos="1365840" algn="l"/>
                <a:tab pos="1765800" algn="l"/>
                <a:tab pos="2604600" algn="l"/>
              </a:tabLst>
            </a:pPr>
            <a:r>
              <a:rPr lang="en-US" sz="1800" b="0" strike="noStrike" spc="-55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0" strike="noStrike" spc="43">
                <a:solidFill>
                  <a:srgbClr val="313131"/>
                </a:solidFill>
                <a:latin typeface="Arial" pitchFamily="34" charset="0" panose="020B0604020202020204"/>
              </a:rPr>
              <a:t>h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e	s</a:t>
            </a:r>
            <a:r>
              <a:rPr lang="en-US" sz="18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e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r</a:t>
            </a:r>
            <a:r>
              <a:rPr lang="en-US" sz="1800" b="0" strike="noStrike" spc="-75">
                <a:solidFill>
                  <a:srgbClr val="313131"/>
                </a:solidFill>
                <a:latin typeface="Arial" pitchFamily="34" charset="0" panose="020B0604020202020204"/>
              </a:rPr>
              <a:t>v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r	</a:t>
            </a:r>
            <a:r>
              <a:rPr lang="en-US" sz="1800" b="0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o	</a:t>
            </a:r>
            <a:r>
              <a:rPr lang="en-US" sz="1800" b="0" strike="noStrike" spc="43">
                <a:solidFill>
                  <a:srgbClr val="313131"/>
                </a:solidFill>
                <a:latin typeface="Arial" pitchFamily="34" charset="0" panose="020B0604020202020204"/>
              </a:rPr>
              <a:t>d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</a:t>
            </a:r>
            <a:r>
              <a:rPr lang="en-US" sz="1800" b="0" strike="noStrike" spc="43">
                <a:solidFill>
                  <a:srgbClr val="313131"/>
                </a:solidFill>
                <a:latin typeface="Arial" pitchFamily="34" charset="0" panose="020B0604020202020204"/>
              </a:rPr>
              <a:t>l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</a:t>
            </a:r>
            <a:r>
              <a:rPr lang="en-US" sz="1800" b="0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e	a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355" name="object 6"/>
          <p:cNvSpPr/>
          <p:nvPr/>
        </p:nvSpPr>
        <p:spPr>
          <a:xfrm>
            <a:off x="917640" y="5337720"/>
            <a:ext cx="5156640" cy="830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298440" indent="-286200">
              <a:lnSpc>
                <a:spcPct val="149000"/>
              </a:lnSpc>
              <a:spcBef>
                <a:spcPts val="99"/>
              </a:spcBef>
              <a:buClr>
                <a:srgbClr val="000000"/>
              </a:buClr>
              <a:buFont typeface="Wingdings" charset="2"/>
              <a:buChar char=""/>
              <a:tabLst>
                <a:tab pos="298440" algn="l"/>
                <a:tab pos="299160" algn="l"/>
                <a:tab pos="1213560" algn="l"/>
                <a:tab pos="1442160" algn="l"/>
                <a:tab pos="2080800" algn="l"/>
                <a:tab pos="2557080" algn="l"/>
                <a:tab pos="3329280" algn="l"/>
                <a:tab pos="3672720" algn="l"/>
                <a:tab pos="4521240" algn="l"/>
              </a:tabLst>
            </a:pPr>
            <a:r>
              <a:rPr lang="en-US" sz="1800" b="1" strike="noStrike" spc="-157">
                <a:solidFill>
                  <a:srgbClr val="313131"/>
                </a:solidFill>
                <a:latin typeface="Arial" pitchFamily="34" charset="0" panose="020B0604020202020204"/>
              </a:rPr>
              <a:t>P</a:t>
            </a:r>
            <a:r>
              <a:rPr lang="en-US" sz="1800" b="1" strike="noStrike" spc="-182">
                <a:solidFill>
                  <a:srgbClr val="313131"/>
                </a:solidFill>
                <a:latin typeface="Arial" pitchFamily="34" charset="0" panose="020B0604020202020204"/>
              </a:rPr>
              <a:t>A</a:t>
            </a:r>
            <a:r>
              <a:rPr lang="en-US" sz="1800" b="1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1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C</a:t>
            </a:r>
            <a:r>
              <a:rPr lang="en-US" sz="1800" b="1" strike="noStrike">
                <a:solidFill>
                  <a:srgbClr val="313131"/>
                </a:solidFill>
                <a:latin typeface="Arial" pitchFamily="34" charset="0" panose="020B0604020202020204"/>
              </a:rPr>
              <a:t>H	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-	</a:t>
            </a:r>
            <a:r>
              <a:rPr lang="en-US" sz="1800" b="0" strike="noStrike" spc="-80">
                <a:solidFill>
                  <a:srgbClr val="313131"/>
                </a:solidFill>
                <a:latin typeface="Arial" pitchFamily="34" charset="0" panose="020B0604020202020204"/>
              </a:rPr>
              <a:t>A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sks	</a:t>
            </a:r>
            <a:r>
              <a:rPr lang="en-US" sz="18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0" strike="noStrike" spc="43">
                <a:solidFill>
                  <a:srgbClr val="313131"/>
                </a:solidFill>
                <a:latin typeface="Arial" pitchFamily="34" charset="0" panose="020B0604020202020204"/>
              </a:rPr>
              <a:t>h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e	s</a:t>
            </a:r>
            <a:r>
              <a:rPr lang="en-US" sz="18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e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r</a:t>
            </a:r>
            <a:r>
              <a:rPr lang="en-US" sz="1800" b="0" strike="noStrike" spc="-75">
                <a:solidFill>
                  <a:srgbClr val="313131"/>
                </a:solidFill>
                <a:latin typeface="Arial" pitchFamily="34" charset="0" panose="020B0604020202020204"/>
              </a:rPr>
              <a:t>v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e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r	</a:t>
            </a:r>
            <a:r>
              <a:rPr lang="en-US" sz="18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o	</a:t>
            </a:r>
            <a:r>
              <a:rPr lang="en-US" sz="1800" b="0" strike="noStrike" spc="43">
                <a:solidFill>
                  <a:srgbClr val="313131"/>
                </a:solidFill>
                <a:latin typeface="Arial" pitchFamily="34" charset="0" panose="020B0604020202020204"/>
              </a:rPr>
              <a:t>u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p</a:t>
            </a:r>
            <a:r>
              <a:rPr lang="en-US" sz="1800" b="0" strike="noStrike" spc="43">
                <a:solidFill>
                  <a:srgbClr val="313131"/>
                </a:solidFill>
                <a:latin typeface="Arial" pitchFamily="34" charset="0" panose="020B0604020202020204"/>
              </a:rPr>
              <a:t>d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a</a:t>
            </a:r>
            <a:r>
              <a:rPr lang="en-US" sz="18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e	</a:t>
            </a:r>
            <a:r>
              <a:rPr lang="en-US" sz="1800" b="0" strike="noStrike" spc="43">
                <a:solidFill>
                  <a:srgbClr val="313131"/>
                </a:solidFill>
                <a:latin typeface="Arial" pitchFamily="34" charset="0" panose="020B0604020202020204"/>
              </a:rPr>
              <a:t>p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a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r</a:t>
            </a:r>
            <a:r>
              <a:rPr lang="en-US" sz="18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t</a:t>
            </a:r>
            <a:r>
              <a:rPr lang="en-US" sz="18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ia</a:t>
            </a:r>
            <a:r>
              <a:rPr lang="en-US" sz="1800" b="0" strike="noStrike">
                <a:solidFill>
                  <a:srgbClr val="313131"/>
                </a:solidFill>
                <a:latin typeface="Arial" pitchFamily="34" charset="0" panose="020B0604020202020204"/>
              </a:rPr>
              <a:t>l  </a:t>
            </a:r>
            <a:r>
              <a:rPr lang="en-US" sz="1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modifications </a:t>
            </a:r>
            <a:r>
              <a:rPr lang="en-US" sz="1800" b="0" strike="noStrike" spc="-15">
                <a:solidFill>
                  <a:srgbClr val="313131"/>
                </a:solidFill>
                <a:latin typeface="Arial" pitchFamily="34" charset="0" panose="020B0604020202020204"/>
              </a:rPr>
              <a:t>an existing</a:t>
            </a:r>
            <a:r>
              <a:rPr lang="en-US" sz="1800" b="0" strike="noStrike" spc="117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18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resource.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356" name="object 8"/>
          <p:cNvSpPr/>
          <p:nvPr/>
        </p:nvSpPr>
        <p:spPr>
          <a:xfrm>
            <a:off x="8514000" y="2017800"/>
            <a:ext cx="2889000" cy="149832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57" name="object 10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358" name="Picture 11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6264360" y="1220040"/>
            <a:ext cx="5927400" cy="30934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object 2"/>
          <p:cNvSpPr txBox="1"/>
          <p:nvPr/>
        </p:nvSpPr>
        <p:spPr>
          <a:xfrm>
            <a:off x="916200" y="372240"/>
            <a:ext cx="597960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9">
                <a:solidFill>
                  <a:srgbClr val="E20512"/>
                </a:solidFill>
                <a:latin typeface="Arial" pitchFamily="34" charset="0" panose="020B0604020202020204"/>
              </a:rPr>
              <a:t>GET 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Method </a:t>
            </a:r>
            <a:r>
              <a:rPr lang="en-US" sz="3200" b="1" strike="noStrike" spc="-26">
                <a:solidFill>
                  <a:srgbClr val="E20512"/>
                </a:solidFill>
                <a:latin typeface="Arial" pitchFamily="34" charset="0" panose="020B0604020202020204"/>
              </a:rPr>
              <a:t>With </a:t>
            </a:r>
            <a:r>
              <a:rPr lang="en-US" sz="3200" b="1" strike="noStrike" spc="4">
                <a:solidFill>
                  <a:srgbClr val="E20512"/>
                </a:solidFill>
                <a:latin typeface="Arial" pitchFamily="34" charset="0" panose="020B0604020202020204"/>
              </a:rPr>
              <a:t>Query</a:t>
            </a:r>
            <a:r>
              <a:rPr lang="en-US" sz="3200" b="1" strike="noStrike" spc="-301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1" strike="noStrike" spc="9">
                <a:solidFill>
                  <a:srgbClr val="E20512"/>
                </a:solidFill>
                <a:latin typeface="Arial" pitchFamily="34" charset="0" panose="020B0604020202020204"/>
              </a:rPr>
              <a:t>String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0" name="object 3"/>
          <p:cNvSpPr/>
          <p:nvPr/>
        </p:nvSpPr>
        <p:spPr>
          <a:xfrm>
            <a:off x="657360" y="1019160"/>
            <a:ext cx="10981800" cy="426672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61" name="object 4"/>
          <p:cNvSpPr/>
          <p:nvPr/>
        </p:nvSpPr>
        <p:spPr>
          <a:xfrm>
            <a:off x="834840" y="5539680"/>
            <a:ext cx="5861160" cy="2872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260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99"/>
              </a:spcBef>
            </a:pPr>
            <a:r>
              <a:rPr lang="en-US" sz="1800" b="1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{{demoqa}}/BookStore/v1/Book?ISBN=9781593275846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362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object 2"/>
          <p:cNvSpPr txBox="1"/>
          <p:nvPr/>
        </p:nvSpPr>
        <p:spPr>
          <a:xfrm>
            <a:off x="916200" y="372240"/>
            <a:ext cx="23281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9">
                <a:solidFill>
                  <a:srgbClr val="E20512"/>
                </a:solidFill>
                <a:latin typeface="Arial" pitchFamily="34" charset="0" panose="020B0604020202020204"/>
              </a:rPr>
              <a:t>GET</a:t>
            </a:r>
            <a:r>
              <a:rPr lang="en-US" sz="3200" b="0" strike="noStrike" spc="-171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0" strike="noStrike" spc="4">
                <a:solidFill>
                  <a:srgbClr val="E20512"/>
                </a:solidFill>
                <a:latin typeface="Arial" pitchFamily="34" charset="0" panose="020B0604020202020204"/>
              </a:rPr>
              <a:t>Method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4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365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2117520" y="1447920"/>
            <a:ext cx="8071920" cy="43048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object 2"/>
          <p:cNvSpPr txBox="1"/>
          <p:nvPr/>
        </p:nvSpPr>
        <p:spPr>
          <a:xfrm>
            <a:off x="916200" y="372240"/>
            <a:ext cx="77173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-66">
                <a:solidFill>
                  <a:srgbClr val="E20512"/>
                </a:solidFill>
                <a:latin typeface="Arial" pitchFamily="34" charset="0" panose="020B0604020202020204"/>
              </a:rPr>
              <a:t>POST: </a:t>
            </a:r>
            <a:r>
              <a:rPr lang="en-US" sz="3200" b="0" strike="noStrike" spc="24">
                <a:solidFill>
                  <a:srgbClr val="E20512"/>
                </a:solidFill>
                <a:latin typeface="Arial" pitchFamily="34" charset="0" panose="020B0604020202020204"/>
              </a:rPr>
              <a:t>Basic </a:t>
            </a:r>
            <a:r>
              <a:rPr lang="en-US" sz="3200" b="0" strike="noStrike" spc="9">
                <a:solidFill>
                  <a:srgbClr val="E20512"/>
                </a:solidFill>
                <a:latin typeface="Arial" pitchFamily="34" charset="0" panose="020B0604020202020204"/>
              </a:rPr>
              <a:t>Authorization</a:t>
            </a:r>
            <a:r>
              <a:rPr lang="en-US" sz="3200" b="0" strike="noStrike" spc="-71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0" strike="noStrike" spc="9">
                <a:solidFill>
                  <a:srgbClr val="E20512"/>
                </a:solidFill>
                <a:latin typeface="Arial" pitchFamily="34" charset="0" panose="020B0604020202020204"/>
              </a:rPr>
              <a:t>(API </a:t>
            </a:r>
            <a:r>
              <a:rPr lang="en-US" sz="3200" b="0" strike="noStrike" spc="18">
                <a:solidFill>
                  <a:srgbClr val="E20512"/>
                </a:solidFill>
                <a:latin typeface="Arial" pitchFamily="34" charset="0" panose="020B0604020202020204"/>
              </a:rPr>
              <a:t>document)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0" name="object 3"/>
          <p:cNvSpPr/>
          <p:nvPr/>
        </p:nvSpPr>
        <p:spPr>
          <a:xfrm>
            <a:off x="838080" y="1010160"/>
            <a:ext cx="10991520" cy="486684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71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72" name="Rectangle 4"/>
          <p:cNvSpPr/>
          <p:nvPr/>
        </p:nvSpPr>
        <p:spPr>
          <a:xfrm>
            <a:off x="916200" y="5996880"/>
            <a:ext cx="75416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https://demoqa.com/swagger/#/Account/AccountV1AuthorizedPost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object 2"/>
          <p:cNvSpPr txBox="1"/>
          <p:nvPr/>
        </p:nvSpPr>
        <p:spPr>
          <a:xfrm>
            <a:off x="916200" y="372240"/>
            <a:ext cx="714852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-66">
                <a:solidFill>
                  <a:srgbClr val="E20512"/>
                </a:solidFill>
                <a:latin typeface="Arial" pitchFamily="34" charset="0" panose="020B0604020202020204"/>
              </a:rPr>
              <a:t>POST: </a:t>
            </a:r>
            <a:r>
              <a:rPr lang="en-US" sz="3200" b="0" strike="noStrike" spc="4">
                <a:solidFill>
                  <a:srgbClr val="E20512"/>
                </a:solidFill>
                <a:latin typeface="Arial" pitchFamily="34" charset="0" panose="020B0604020202020204"/>
              </a:rPr>
              <a:t>Generate </a:t>
            </a:r>
            <a:r>
              <a:rPr lang="en-US" sz="3200" b="0" strike="noStrike" spc="-60">
                <a:solidFill>
                  <a:srgbClr val="E20512"/>
                </a:solidFill>
                <a:latin typeface="Arial" pitchFamily="34" charset="0" panose="020B0604020202020204"/>
              </a:rPr>
              <a:t>Token </a:t>
            </a:r>
            <a:r>
              <a:rPr lang="en-US" sz="3200" b="0" strike="noStrike" spc="9">
                <a:solidFill>
                  <a:srgbClr val="E20512"/>
                </a:solidFill>
                <a:latin typeface="Arial" pitchFamily="34" charset="0" panose="020B0604020202020204"/>
              </a:rPr>
              <a:t>(API</a:t>
            </a:r>
            <a:r>
              <a:rPr lang="en-US" sz="3200" b="0" strike="noStrike" spc="-307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0" strike="noStrike" spc="18">
                <a:solidFill>
                  <a:srgbClr val="E20512"/>
                </a:solidFill>
                <a:latin typeface="Arial" pitchFamily="34" charset="0" panose="020B0604020202020204"/>
              </a:rPr>
              <a:t>document)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4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375" name="Picture 4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838080" y="1008000"/>
            <a:ext cx="8915040" cy="5048640"/>
          </a:xfrm>
          <a:prstGeom prst="rect">
            <a:avLst/>
          </a:prstGeom>
          <a:ln w="0">
            <a:noFill/>
          </a:ln>
        </p:spPr>
      </p:pic>
      <p:sp>
        <p:nvSpPr>
          <p:cNvPr id="376" name="Rectangle 5"/>
          <p:cNvSpPr/>
          <p:nvPr/>
        </p:nvSpPr>
        <p:spPr>
          <a:xfrm>
            <a:off x="727200" y="6174360"/>
            <a:ext cx="398196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https://serverest.dev/#/Login/post_login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object 2"/>
          <p:cNvSpPr txBox="1"/>
          <p:nvPr/>
        </p:nvSpPr>
        <p:spPr>
          <a:xfrm>
            <a:off x="916200" y="372240"/>
            <a:ext cx="70635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-66">
                <a:solidFill>
                  <a:srgbClr val="E20512"/>
                </a:solidFill>
                <a:latin typeface="Arial" pitchFamily="34" charset="0" panose="020B0604020202020204"/>
              </a:rPr>
              <a:t>POST: </a:t>
            </a:r>
            <a:r>
              <a:rPr lang="en-US" sz="3200" b="0" strike="noStrike" spc="4">
                <a:solidFill>
                  <a:srgbClr val="E20512"/>
                </a:solidFill>
                <a:latin typeface="Arial" pitchFamily="34" charset="0" panose="020B0604020202020204"/>
              </a:rPr>
              <a:t>Generate </a:t>
            </a:r>
            <a:r>
              <a:rPr lang="en-US" sz="3200" b="0" strike="noStrike" spc="-60">
                <a:solidFill>
                  <a:srgbClr val="E20512"/>
                </a:solidFill>
                <a:latin typeface="Arial" pitchFamily="34" charset="0" panose="020B0604020202020204"/>
              </a:rPr>
              <a:t>Token </a:t>
            </a:r>
            <a:r>
              <a:rPr lang="en-US" sz="3200" b="0" strike="noStrike" spc="4">
                <a:solidFill>
                  <a:srgbClr val="E20512"/>
                </a:solidFill>
                <a:latin typeface="Arial" pitchFamily="34" charset="0" panose="020B0604020202020204"/>
              </a:rPr>
              <a:t>(Rest Sharp</a:t>
            </a:r>
            <a:r>
              <a:rPr lang="en-US" sz="3200" b="0" strike="noStrike" spc="18">
                <a:solidFill>
                  <a:srgbClr val="E20512"/>
                </a:solidFill>
                <a:latin typeface="Arial" pitchFamily="34" charset="0" panose="020B0604020202020204"/>
              </a:rPr>
              <a:t>)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8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379" name="Picture 2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2438280" y="1371600"/>
            <a:ext cx="6886800" cy="41572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object 2"/>
          <p:cNvSpPr txBox="1"/>
          <p:nvPr/>
        </p:nvSpPr>
        <p:spPr>
          <a:xfrm>
            <a:off x="916200" y="372240"/>
            <a:ext cx="8519974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De</a:t>
            </a: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mo validate schema of Json response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7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68" name="object 3"/>
          <p:cNvSpPr/>
          <p:nvPr/>
        </p:nvSpPr>
        <p:spPr>
          <a:xfrm>
            <a:off x="917640" y="1496160"/>
            <a:ext cx="8607240" cy="209610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304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890"/>
              </a:spcBef>
            </a:pPr>
            <a:r>
              <a:rPr lang="en-US" sz="2400" b="1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Scenario</a:t>
            </a:r>
            <a:r>
              <a:rPr lang="en-US" sz="2400" b="1" strike="noStrike" spc="-15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1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355680" indent="-343080">
              <a:lnSpc>
                <a:spcPct val="89000"/>
              </a:lnSpc>
              <a:spcBef>
                <a:spcPts val="1001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Use the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GET </a:t>
            </a:r>
            <a:r>
              <a:rPr lang="en-US" sz="24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method </a:t>
            </a:r>
            <a:r>
              <a:rPr lang="en-US" sz="24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in </a:t>
            </a:r>
            <a:r>
              <a:rPr lang="en-US" sz="240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'https://serverest.dev/usuarios’ </a:t>
            </a:r>
            <a:r>
              <a:rPr lang="en-US" sz="24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to  </a:t>
            </a:r>
            <a:r>
              <a:rPr lang="en-US" sz="24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retrieve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all </a:t>
            </a:r>
            <a:r>
              <a:rPr lang="en-US" sz="24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users</a:t>
            </a:r>
            <a:r>
              <a:rPr lang="en-US" sz="2400" b="0" strike="noStrike" spc="3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data.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355680" indent="-343080">
              <a:lnSpc>
                <a:spcPct val="100000"/>
              </a:lnSpc>
              <a:spcBef>
                <a:spcPts val="519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Validate </a:t>
            </a:r>
            <a:r>
              <a:rPr lang="en-US" sz="24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status</a:t>
            </a:r>
            <a:r>
              <a:rPr lang="en-US" sz="2400" b="0" strike="noStrike" spc="-15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code.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355680" indent="-343080">
              <a:lnSpc>
                <a:spcPct val="100000"/>
              </a:lnSpc>
              <a:spcBef>
                <a:spcPts val="366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Validate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the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schema </a:t>
            </a:r>
            <a:r>
              <a:rPr lang="en-US" sz="24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of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the </a:t>
            </a:r>
            <a:r>
              <a:rPr lang="en-US" sz="24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response</a:t>
            </a:r>
            <a:r>
              <a:rPr lang="en-US" sz="2400" b="0" strike="noStrike" spc="174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body.</a:t>
            </a:r>
            <a:endParaRPr lang="en-US" sz="24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object 2"/>
          <p:cNvSpPr/>
          <p:nvPr/>
        </p:nvSpPr>
        <p:spPr>
          <a:xfrm>
            <a:off x="895320" y="1752480"/>
            <a:ext cx="10410480" cy="478116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95" name="object 3"/>
          <p:cNvSpPr txBox="1"/>
          <p:nvPr/>
        </p:nvSpPr>
        <p:spPr>
          <a:xfrm>
            <a:off x="937800" y="97200"/>
            <a:ext cx="752184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9">
                <a:solidFill>
                  <a:srgbClr val="E20512"/>
                </a:solidFill>
                <a:latin typeface="Arial" pitchFamily="34" charset="0" panose="020B0604020202020204"/>
              </a:rPr>
              <a:t>Create</a:t>
            </a:r>
            <a:r>
              <a:rPr lang="en-US" sz="3200" b="0" strike="noStrike" spc="-75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0" strike="noStrike" spc="18">
                <a:solidFill>
                  <a:srgbClr val="E20512"/>
                </a:solidFill>
                <a:latin typeface="Arial" pitchFamily="34" charset="0" panose="020B0604020202020204"/>
              </a:rPr>
              <a:t>JSON</a:t>
            </a:r>
            <a:r>
              <a:rPr lang="en-US" sz="3200" b="0" strike="noStrike" spc="-16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0" strike="noStrike" spc="24">
                <a:solidFill>
                  <a:srgbClr val="E20512"/>
                </a:solidFill>
                <a:latin typeface="Arial" pitchFamily="34" charset="0" panose="020B0604020202020204"/>
              </a:rPr>
              <a:t>Schema</a:t>
            </a:r>
            <a:r>
              <a:rPr lang="en-US" sz="3200" b="0" strike="noStrike" spc="-222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0" strike="noStrike" spc="24">
                <a:solidFill>
                  <a:srgbClr val="E20512"/>
                </a:solidFill>
                <a:latin typeface="Arial" pitchFamily="34" charset="0" panose="020B0604020202020204"/>
              </a:rPr>
              <a:t>from</a:t>
            </a:r>
            <a:r>
              <a:rPr lang="en-US" sz="3200" b="0" strike="noStrike" spc="-287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0" strike="noStrike" spc="24">
                <a:solidFill>
                  <a:srgbClr val="E20512"/>
                </a:solidFill>
                <a:latin typeface="Arial" pitchFamily="34" charset="0" panose="020B0604020202020204"/>
              </a:rPr>
              <a:t>API</a:t>
            </a:r>
            <a:r>
              <a:rPr lang="en-US" sz="3200" b="0" strike="noStrike" spc="-8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3200" b="0" strike="noStrike" spc="18">
                <a:solidFill>
                  <a:srgbClr val="E20512"/>
                </a:solidFill>
                <a:latin typeface="Arial" pitchFamily="34" charset="0" panose="020B0604020202020204"/>
              </a:rPr>
              <a:t>response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6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97" name="object 4"/>
          <p:cNvSpPr/>
          <p:nvPr/>
        </p:nvSpPr>
        <p:spPr>
          <a:xfrm>
            <a:off x="937800" y="1003320"/>
            <a:ext cx="10062000" cy="8881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5840" rIns="0" bIns="0">
            <a:spAutoFit/>
          </a:bodyPr>
          <a:lstStyle/>
          <a:p>
            <a:pPr marL="288360" indent="-275760">
              <a:lnSpc>
                <a:spcPts val="2290"/>
              </a:lnSpc>
              <a:spcBef>
                <a:spcPts val="125"/>
              </a:spcBef>
              <a:buClr>
                <a:srgbClr val="313131"/>
              </a:buClr>
              <a:buFont typeface="StarSymbol"/>
              <a:buAutoNum type="arabicPeriod"/>
              <a:tabLst>
                <a:tab pos="289080" algn="l"/>
              </a:tabLst>
            </a:pPr>
            <a:r>
              <a:rPr lang="en-US" sz="20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Open online </a:t>
            </a:r>
            <a:r>
              <a:rPr lang="en-US" sz="200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tool:</a:t>
            </a:r>
            <a:r>
              <a:rPr lang="en-US" sz="2000" b="0" strike="noStrike" spc="-270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r>
              <a:rPr lang="en-US" sz="2000" b="0" u="heavy" strike="noStrike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 pitchFamily="34" charset="0" panose="020B0604020202020204"/>
                <a:hlinkClick r:id="rId2"/>
              </a:rPr>
              <a:t>https://www.liquid-technologies.com/online-json-to-schema-converter</a:t>
            </a:r>
            <a:endParaRPr lang="en-US" sz="2000" b="0" strike="noStrike">
              <a:latin typeface="Arial" pitchFamily="34" charset="0" panose="020B0604020202020204"/>
            </a:endParaRPr>
          </a:p>
          <a:p>
            <a:pPr marL="288360" indent="-275760">
              <a:lnSpc>
                <a:spcPts val="2290"/>
              </a:lnSpc>
              <a:buClr>
                <a:srgbClr val="313131"/>
              </a:buClr>
              <a:buFont typeface="StarSymbol"/>
              <a:buAutoNum type="arabicPeriod"/>
              <a:tabLst>
                <a:tab pos="289080" algn="l"/>
              </a:tabLst>
            </a:pPr>
            <a:r>
              <a:rPr lang="en-US" sz="20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Copy</a:t>
            </a:r>
            <a:r>
              <a:rPr lang="en-US" sz="2000" b="0" strike="noStrike" spc="-7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json</a:t>
            </a:r>
            <a:r>
              <a:rPr lang="en-US" sz="2000" b="0" strike="noStrike" spc="-11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object</a:t>
            </a:r>
            <a:r>
              <a:rPr lang="en-US" sz="2000" b="0" strike="noStrike" spc="-7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>
                <a:solidFill>
                  <a:srgbClr val="313131"/>
                </a:solidFill>
                <a:latin typeface="Arial" pitchFamily="34" charset="0" panose="020B0604020202020204"/>
              </a:rPr>
              <a:t>from</a:t>
            </a:r>
            <a:r>
              <a:rPr lang="en-US" sz="2000" b="0" strike="noStrike" spc="-7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response</a:t>
            </a:r>
            <a:r>
              <a:rPr lang="en-US" sz="2000" b="0" strike="noStrike" spc="-18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and</a:t>
            </a:r>
            <a:r>
              <a:rPr lang="en-US" sz="2000" b="0" strike="noStrike" spc="-4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paste</a:t>
            </a:r>
            <a:r>
              <a:rPr lang="en-US" sz="2000" b="0" strike="noStrike" spc="-11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to</a:t>
            </a:r>
            <a:r>
              <a:rPr lang="en-US" sz="2000" b="0" strike="noStrike" spc="-11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the</a:t>
            </a:r>
            <a:r>
              <a:rPr lang="en-US" sz="200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online</a:t>
            </a:r>
            <a:r>
              <a:rPr lang="en-US" sz="2000" b="0" strike="noStrike" spc="-11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tool</a:t>
            </a:r>
            <a:r>
              <a:rPr lang="en-US" sz="2000" b="0" strike="noStrike" spc="-35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to</a:t>
            </a:r>
            <a:r>
              <a:rPr lang="en-US" sz="2000" b="0" strike="noStrike" spc="-11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0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convert.</a:t>
            </a:r>
            <a:endParaRPr lang="en-US" sz="20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object 2"/>
          <p:cNvSpPr txBox="1"/>
          <p:nvPr/>
        </p:nvSpPr>
        <p:spPr>
          <a:xfrm>
            <a:off x="916200" y="372240"/>
            <a:ext cx="70635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-66">
                <a:solidFill>
                  <a:srgbClr val="E20512"/>
                </a:solidFill>
                <a:latin typeface="Arial" pitchFamily="34" charset="0" panose="020B0604020202020204"/>
              </a:rPr>
              <a:t>JSON Schema file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9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400" name="Picture 5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3200400" y="1066680"/>
            <a:ext cx="5333760" cy="5196600"/>
          </a:xfrm>
          <a:prstGeom prst="rect">
            <a:avLst/>
          </a:prstGeom>
          <a:ln w="0">
            <a:noFill/>
          </a:ln>
        </p:spPr>
      </p:pic>
      <p:sp>
        <p:nvSpPr>
          <p:cNvPr id="401" name="Rectangle 2"/>
          <p:cNvSpPr/>
          <p:nvPr/>
        </p:nvSpPr>
        <p:spPr>
          <a:xfrm>
            <a:off x="626760" y="6263640"/>
            <a:ext cx="521028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https://serverest.dev/#/Usu%C3%A1rios/get_usuarios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object 2"/>
          <p:cNvSpPr txBox="1"/>
          <p:nvPr/>
        </p:nvSpPr>
        <p:spPr>
          <a:xfrm>
            <a:off x="569253" y="363773"/>
            <a:ext cx="706356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0" strike="noStrike" spc="-66">
                <a:solidFill>
                  <a:srgbClr val="E20512"/>
                </a:solidFill>
                <a:latin typeface="Arial" pitchFamily="34" charset="0" panose="020B0604020202020204"/>
              </a:rPr>
              <a:t>Validate Schema </a:t>
            </a:r>
            <a:r>
              <a:rPr lang="en-US" sz="3200" b="0" strike="noStrike" spc="4">
                <a:solidFill>
                  <a:srgbClr val="E20512"/>
                </a:solidFill>
                <a:latin typeface="Arial" pitchFamily="34" charset="0" panose="020B0604020202020204"/>
              </a:rPr>
              <a:t>(Rest Sharp</a:t>
            </a:r>
            <a:r>
              <a:rPr lang="en-US" sz="3200" b="0" strike="noStrike" spc="18">
                <a:solidFill>
                  <a:srgbClr val="E20512"/>
                </a:solidFill>
                <a:latin typeface="Arial" pitchFamily="34" charset="0" panose="020B0604020202020204"/>
              </a:rPr>
              <a:t>)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3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2" name="Picture 1" descr="A screen shot of a computer program&#10;&#10;Description automatically generated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569253" y="2388528"/>
            <a:ext cx="10077450" cy="2628900"/>
          </a:xfrm>
          <a:prstGeom prst="rect">
            <a:avLst/>
          </a:prstGeom>
        </p:spPr>
      </p:pic>
      <p:pic>
        <p:nvPicPr>
          <p:cNvPr id="3" name="Picture 2" descr="A black background with white text&#10;&#10;Description automatically generated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71500" y="1249915"/>
            <a:ext cx="10090078" cy="93345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object 2"/>
          <p:cNvSpPr txBox="1"/>
          <p:nvPr/>
        </p:nvSpPr>
        <p:spPr>
          <a:xfrm>
            <a:off x="916200" y="372240"/>
            <a:ext cx="116244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De</a:t>
            </a: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m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o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6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407" name="object 3"/>
          <p:cNvSpPr/>
          <p:nvPr/>
        </p:nvSpPr>
        <p:spPr>
          <a:xfrm>
            <a:off x="917640" y="1496160"/>
            <a:ext cx="9902520" cy="2512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13040" rIns="0" bIns="0">
            <a:spAutoFit/>
          </a:bodyPr>
          <a:lstStyle/>
          <a:p>
            <a:pPr marL="12600">
              <a:lnSpc>
                <a:spcPct val="100000"/>
              </a:lnSpc>
              <a:spcBef>
                <a:spcPts val="890"/>
              </a:spcBef>
            </a:pPr>
            <a:r>
              <a:rPr lang="en-US" sz="2400" b="1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Scenario</a:t>
            </a:r>
            <a:r>
              <a:rPr lang="en-US" sz="2400" b="1" strike="noStrike" spc="-15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1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2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355680" indent="-343080">
              <a:lnSpc>
                <a:spcPct val="89000"/>
              </a:lnSpc>
              <a:spcBef>
                <a:spcPts val="1001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Use the </a:t>
            </a:r>
            <a:r>
              <a:rPr lang="en-US" sz="24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POST </a:t>
            </a:r>
            <a:r>
              <a:rPr lang="en-US" sz="24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method </a:t>
            </a:r>
            <a:r>
              <a:rPr lang="en-US" sz="24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in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’https://gorest.co.in/public-  </a:t>
            </a:r>
            <a:r>
              <a:rPr lang="en-US" sz="24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api/users’ to </a:t>
            </a:r>
            <a:r>
              <a:rPr lang="en-US" sz="2400" b="0" strike="noStrike" spc="24">
                <a:solidFill>
                  <a:srgbClr val="313131"/>
                </a:solidFill>
                <a:latin typeface="Arial" pitchFamily="34" charset="0" panose="020B0604020202020204"/>
              </a:rPr>
              <a:t>create </a:t>
            </a:r>
            <a:r>
              <a:rPr lang="en-US" sz="240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a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new</a:t>
            </a:r>
            <a:r>
              <a:rPr lang="en-US" sz="2400" b="0" strike="noStrike" spc="32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user.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355680" indent="-343080">
              <a:lnSpc>
                <a:spcPct val="100000"/>
              </a:lnSpc>
              <a:spcBef>
                <a:spcPts val="519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Validate </a:t>
            </a:r>
            <a:r>
              <a:rPr lang="en-US" sz="24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status</a:t>
            </a:r>
            <a:r>
              <a:rPr lang="en-US" sz="2400" b="0" strike="noStrike" spc="-151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12">
                <a:solidFill>
                  <a:srgbClr val="313131"/>
                </a:solidFill>
                <a:latin typeface="Arial" pitchFamily="34" charset="0" panose="020B0604020202020204"/>
              </a:rPr>
              <a:t>code.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355680" indent="-343080">
              <a:lnSpc>
                <a:spcPct val="100000"/>
              </a:lnSpc>
              <a:spcBef>
                <a:spcPts val="366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26">
                <a:solidFill>
                  <a:srgbClr val="313131"/>
                </a:solidFill>
                <a:latin typeface="Arial" pitchFamily="34" charset="0" panose="020B0604020202020204"/>
              </a:rPr>
              <a:t>Validate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the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content </a:t>
            </a:r>
            <a:r>
              <a:rPr lang="en-US" sz="2400" b="0" strike="noStrike" spc="18">
                <a:solidFill>
                  <a:srgbClr val="313131"/>
                </a:solidFill>
                <a:latin typeface="Arial" pitchFamily="34" charset="0" panose="020B0604020202020204"/>
              </a:rPr>
              <a:t>of </a:t>
            </a:r>
            <a:r>
              <a:rPr lang="en-US" sz="2400" b="0" strike="noStrike" spc="-7">
                <a:solidFill>
                  <a:srgbClr val="313131"/>
                </a:solidFill>
                <a:latin typeface="Arial" pitchFamily="34" charset="0" panose="020B0604020202020204"/>
              </a:rPr>
              <a:t>the </a:t>
            </a:r>
            <a:r>
              <a:rPr lang="en-US" sz="2400" b="0" strike="noStrike" spc="9">
                <a:solidFill>
                  <a:srgbClr val="313131"/>
                </a:solidFill>
                <a:latin typeface="Arial" pitchFamily="34" charset="0" panose="020B0604020202020204"/>
              </a:rPr>
              <a:t>response</a:t>
            </a:r>
            <a:r>
              <a:rPr lang="en-US" sz="2400" b="0" strike="noStrike" spc="174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32">
                <a:solidFill>
                  <a:srgbClr val="313131"/>
                </a:solidFill>
                <a:latin typeface="Arial" pitchFamily="34" charset="0" panose="020B0604020202020204"/>
              </a:rPr>
              <a:t>body.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355680" indent="-343080">
              <a:lnSpc>
                <a:spcPct val="100000"/>
              </a:lnSpc>
              <a:spcBef>
                <a:spcPts val="360"/>
              </a:spcBef>
              <a:buClr>
                <a:srgbClr val="E20512"/>
              </a:buClr>
              <a:buSzPct val="126000"/>
              <a:buFont typeface="StarSymbol"/>
              <a:buAutoNum type="arabicPeriod"/>
              <a:tabLst>
                <a:tab pos="355680" algn="l"/>
                <a:tab pos="356400" algn="l"/>
              </a:tabLst>
            </a:pPr>
            <a:r>
              <a:rPr lang="en-US" sz="2400" b="0" strike="noStrike" spc="-12">
                <a:solidFill>
                  <a:srgbClr val="313131"/>
                </a:solidFill>
                <a:latin typeface="Arial" pitchFamily="34" charset="0" panose="020B0604020202020204"/>
              </a:rPr>
              <a:t>Run </a:t>
            </a:r>
            <a:r>
              <a:rPr lang="en-US" sz="2400" b="0" strike="noStrike">
                <a:solidFill>
                  <a:srgbClr val="313131"/>
                </a:solidFill>
                <a:latin typeface="Arial" pitchFamily="34" charset="0" panose="020B0604020202020204"/>
              </a:rPr>
              <a:t>and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generate</a:t>
            </a:r>
            <a:r>
              <a:rPr lang="en-US" sz="2400" b="0" strike="noStrike" spc="344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4">
                <a:solidFill>
                  <a:srgbClr val="313131"/>
                </a:solidFill>
                <a:latin typeface="Arial" pitchFamily="34" charset="0" panose="020B0604020202020204"/>
              </a:rPr>
              <a:t>report</a:t>
            </a:r>
            <a:endParaRPr lang="en-US" sz="24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object 2"/>
          <p:cNvSpPr/>
          <p:nvPr/>
        </p:nvSpPr>
        <p:spPr>
          <a:xfrm>
            <a:off x="8514000" y="2017800"/>
            <a:ext cx="2889000" cy="1498320"/>
          </a:xfrm>
          <a:prstGeom prst="rect">
            <a:avLst/>
          </a:prstGeom>
          <a:blipFill>
            <a:blip r:embed="rId1"/>
            <a:srcRect l="0" t="0" r="0" b="0"/>
            <a:stretch>
              <a:fillRect/>
            </a:stretch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381" name="object 3"/>
          <p:cNvSpPr txBox="1"/>
          <p:nvPr/>
        </p:nvSpPr>
        <p:spPr>
          <a:xfrm>
            <a:off x="916200" y="372240"/>
            <a:ext cx="171864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32">
                <a:solidFill>
                  <a:srgbClr val="E20512"/>
                </a:solidFill>
                <a:latin typeface="Arial" pitchFamily="34" charset="0" panose="020B0604020202020204"/>
              </a:rPr>
              <a:t>E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xe</a:t>
            </a:r>
            <a:r>
              <a:rPr lang="en-US" sz="3200" b="1" strike="noStrike" spc="29">
                <a:solidFill>
                  <a:srgbClr val="E20512"/>
                </a:solidFill>
                <a:latin typeface="Arial" pitchFamily="34" charset="0" panose="020B0604020202020204"/>
              </a:rPr>
              <a:t>r</a:t>
            </a:r>
            <a:r>
              <a:rPr lang="en-US" sz="3200" b="1" strike="noStrike" spc="9">
                <a:solidFill>
                  <a:srgbClr val="E20512"/>
                </a:solidFill>
                <a:latin typeface="Arial" pitchFamily="34" charset="0" panose="020B0604020202020204"/>
              </a:rPr>
              <a:t>ci</a:t>
            </a:r>
            <a:r>
              <a:rPr lang="en-US" sz="3200" b="1" strike="noStrike" spc="18">
                <a:solidFill>
                  <a:srgbClr val="E20512"/>
                </a:solidFill>
                <a:latin typeface="Arial" pitchFamily="34" charset="0" panose="020B0604020202020204"/>
              </a:rPr>
              <a:t>s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e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2" name="object 5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383" name="object 4"/>
          <p:cNvSpPr/>
          <p:nvPr/>
        </p:nvSpPr>
        <p:spPr>
          <a:xfrm>
            <a:off x="990720" y="1905120"/>
            <a:ext cx="6953000" cy="183757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128160" rIns="0" bIns="0" anchor="t">
            <a:spAutoFit/>
          </a:bodyPr>
          <a:lstStyle/>
          <a:p>
            <a:pPr marL="12065">
              <a:spcBef>
                <a:spcPts val="1009"/>
              </a:spcBef>
            </a:pPr>
            <a:r>
              <a:rPr lang="en-US" sz="2400" b="0" strike="noStrike" spc="18" dirty="0">
                <a:solidFill>
                  <a:srgbClr val="313131"/>
                </a:solidFill>
                <a:latin typeface="Arial" pitchFamily="34" charset="0" panose="020B0604020202020204"/>
              </a:rPr>
              <a:t>1.</a:t>
            </a:r>
            <a:r>
              <a:rPr lang="en-US" sz="2400" spc="18" dirty="0">
                <a:solidFill>
                  <a:srgbClr val="313131"/>
                </a:solidFill>
                <a:latin typeface="Arial" pitchFamily="34" charset="0" panose="020B0604020202020204"/>
              </a:rPr>
              <a:t> API Testing for https://demoqa.com/Account/v1/GenerateToken</a:t>
            </a:r>
            <a:endParaRPr lang="en-US" sz="2400">
              <a:solidFill>
                <a:srgbClr val="000000"/>
              </a:solidFill>
              <a:latin typeface="Arial" pitchFamily="34" charset="0" panose="020B0604020202020204"/>
            </a:endParaRPr>
          </a:p>
          <a:p>
            <a:pPr marL="12065">
              <a:spcBef>
                <a:spcPts val="1009"/>
              </a:spcBef>
            </a:pPr>
            <a:r>
              <a:rPr lang="en-US" sz="2400" spc="9" dirty="0">
                <a:solidFill>
                  <a:srgbClr val="313131"/>
                </a:solidFill>
                <a:latin typeface="Arial" pitchFamily="34" charset="0" panose="020B0604020202020204"/>
              </a:rPr>
              <a:t>2. </a:t>
            </a:r>
            <a:r>
              <a:rPr lang="en-US" sz="2400" b="0" strike="noStrike" spc="9" dirty="0">
                <a:solidFill>
                  <a:srgbClr val="313131"/>
                </a:solidFill>
                <a:latin typeface="Arial" pitchFamily="34" charset="0" panose="020B0604020202020204"/>
              </a:rPr>
              <a:t>Get token</a:t>
            </a:r>
            <a:r>
              <a:rPr lang="en-US" sz="2400" b="0" strike="noStrike" spc="49" dirty="0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7" dirty="0">
                <a:solidFill>
                  <a:srgbClr val="313131"/>
                </a:solidFill>
                <a:latin typeface="Arial" pitchFamily="34" charset="0" panose="020B0604020202020204"/>
              </a:rPr>
              <a:t>(print)</a:t>
            </a:r>
            <a:endParaRPr lang="en-US" sz="2400" b="0" strike="noStrike">
              <a:latin typeface="Arial" pitchFamily="34" charset="0" panose="020B0604020202020204"/>
            </a:endParaRPr>
          </a:p>
          <a:p>
            <a:pPr marL="12700">
              <a:spcBef>
                <a:spcPts val="845"/>
              </a:spcBef>
              <a:buClr>
                <a:srgbClr val="313131"/>
              </a:buClr>
              <a:tabLst>
                <a:tab pos="241200" algn="l"/>
              </a:tabLst>
            </a:pPr>
            <a:r>
              <a:rPr lang="en-US" sz="2400" spc="-12" dirty="0">
                <a:solidFill>
                  <a:srgbClr val="313131"/>
                </a:solidFill>
                <a:latin typeface="Arial" pitchFamily="34" charset="0" panose="020B0604020202020204"/>
              </a:rPr>
              <a:t>3. </a:t>
            </a:r>
            <a:r>
              <a:rPr lang="en-US" sz="2400" b="0" strike="noStrike" spc="-12" dirty="0">
                <a:solidFill>
                  <a:srgbClr val="313131"/>
                </a:solidFill>
                <a:latin typeface="Arial" pitchFamily="34" charset="0" panose="020B0604020202020204"/>
              </a:rPr>
              <a:t>Verify </a:t>
            </a:r>
            <a:r>
              <a:rPr lang="en-US" sz="2400" b="0" strike="noStrike" spc="-7" dirty="0">
                <a:solidFill>
                  <a:srgbClr val="313131"/>
                </a:solidFill>
                <a:latin typeface="Arial" pitchFamily="34" charset="0" panose="020B0604020202020204"/>
              </a:rPr>
              <a:t>the </a:t>
            </a:r>
            <a:r>
              <a:rPr lang="en-US" sz="2400" b="0" strike="noStrike" spc="9" dirty="0">
                <a:solidFill>
                  <a:srgbClr val="313131"/>
                </a:solidFill>
                <a:latin typeface="Arial" pitchFamily="34" charset="0" panose="020B0604020202020204"/>
              </a:rPr>
              <a:t>token </a:t>
            </a:r>
            <a:r>
              <a:rPr lang="en-US" sz="2400" b="0" strike="noStrike" spc="12" dirty="0">
                <a:solidFill>
                  <a:srgbClr val="313131"/>
                </a:solidFill>
                <a:latin typeface="Arial" pitchFamily="34" charset="0" panose="020B0604020202020204"/>
              </a:rPr>
              <a:t>is </a:t>
            </a:r>
            <a:r>
              <a:rPr lang="en-US" sz="2400" b="0" strike="noStrike" dirty="0">
                <a:solidFill>
                  <a:srgbClr val="313131"/>
                </a:solidFill>
                <a:latin typeface="Arial" pitchFamily="34" charset="0" panose="020B0604020202020204"/>
              </a:rPr>
              <a:t>not</a:t>
            </a:r>
            <a:r>
              <a:rPr lang="en-US" sz="2400" b="0" strike="noStrike" spc="273" dirty="0">
                <a:solidFill>
                  <a:srgbClr val="313131"/>
                </a:solidFill>
                <a:latin typeface="Arial" pitchFamily="34" charset="0" panose="020B0604020202020204"/>
              </a:rPr>
              <a:t> </a:t>
            </a:r>
            <a:r>
              <a:rPr lang="en-US" sz="2400" b="0" strike="noStrike" spc="-32" dirty="0">
                <a:solidFill>
                  <a:srgbClr val="313131"/>
                </a:solidFill>
                <a:latin typeface="Arial" pitchFamily="34" charset="0" panose="020B0604020202020204"/>
              </a:rPr>
              <a:t>null</a:t>
            </a:r>
            <a:endParaRPr lang="en-US" sz="2400" b="0" strike="noStrike" dirty="0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Content Placeholder 4"/>
          <p:cNvSpPr txBox="1"/>
          <p:nvPr/>
        </p:nvSpPr>
        <p:spPr>
          <a:xfrm>
            <a:off x="7428600" y="927360"/>
            <a:ext cx="4495680" cy="36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rmAutofit/>
          </a:bodyPr>
          <a:lstStyle/>
          <a:p>
            <a:pPr>
              <a:lnSpc>
                <a:spcPct val="100000"/>
              </a:lnSpc>
            </a:pPr>
            <a:endParaRPr lang="en-US" sz="1800" b="0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Framework Architecture</a:t>
            </a: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Build Framework Core Component</a:t>
            </a: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Build Framework Test Component</a:t>
            </a:r>
          </a:p>
        </p:txBody>
      </p:sp>
      <p:sp>
        <p:nvSpPr>
          <p:cNvPr id="409" name="Content Placeholder 5"/>
          <p:cNvSpPr txBox="1"/>
          <p:nvPr/>
        </p:nvSpPr>
        <p:spPr>
          <a:xfrm>
            <a:off x="1515960" y="1376280"/>
            <a:ext cx="5370840" cy="20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>
              <a:tabLst>
                <a:tab pos="0" algn="l"/>
              </a:tabLst>
            </a:pPr>
            <a:r>
              <a:rPr lang="en-US" sz="4000" b="1" dirty="0">
                <a:solidFill>
                  <a:srgbClr val="FFFFFF"/>
                </a:solidFill>
                <a:latin typeface="Arial" pitchFamily="34" charset="0" panose="020B0604020202020204"/>
              </a:rPr>
              <a:t>4. </a:t>
            </a:r>
            <a:r>
              <a:rPr lang="en-US" sz="4000" b="1" strike="noStrike" dirty="0">
                <a:solidFill>
                  <a:srgbClr val="FFFFFF"/>
                </a:solidFill>
                <a:latin typeface="Arial" pitchFamily="34" charset="0" panose="020B0604020202020204"/>
              </a:rPr>
              <a:t>Steps for building an automation framework</a:t>
            </a:r>
            <a:endParaRPr lang="en-US" sz="4000" b="0" strike="noStrike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Content Placeholder 3"/>
          <p:cNvSpPr txBox="1"/>
          <p:nvPr/>
        </p:nvSpPr>
        <p:spPr>
          <a:xfrm>
            <a:off x="1515960" y="1376280"/>
            <a:ext cx="6120000" cy="20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>
                <a:solidFill>
                  <a:srgbClr val="FFFFFF"/>
                </a:solidFill>
                <a:latin typeface="Arial" pitchFamily="34" charset="0" panose="020B0604020202020204"/>
              </a:rPr>
              <a:t>Framework Architecture</a:t>
            </a:r>
            <a:endParaRPr lang="en-US" sz="4000" b="0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40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Title 1"/>
          <p:cNvSpPr txBox="1"/>
          <p:nvPr/>
        </p:nvSpPr>
        <p:spPr>
          <a:xfrm>
            <a:off x="838080" y="40536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>
                <a:solidFill>
                  <a:srgbClr val="E30613"/>
                </a:solidFill>
                <a:latin typeface="Arial" pitchFamily="34" charset="0" panose="020B0604020202020204"/>
              </a:rPr>
              <a:t>Framework Architecture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12" name="Rounded Rectangle 4"/>
          <p:cNvSpPr/>
          <p:nvPr/>
        </p:nvSpPr>
        <p:spPr>
          <a:xfrm>
            <a:off x="3898080" y="3176280"/>
            <a:ext cx="3512880" cy="327240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FD4FE"/>
              </a:gs>
              <a:gs pos="100000">
                <a:srgbClr val="E5EFFF"/>
              </a:gs>
            </a:gsLst>
            <a:lin ang="16200000" scaled="0"/>
          </a:gradFill>
          <a:ln>
            <a:solidFill>
              <a:srgbClr val="C0504D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0" strike="noStrike">
                <a:solidFill>
                  <a:srgbClr val="000000"/>
                </a:solidFill>
                <a:latin typeface="Calibri"/>
              </a:rPr>
              <a:t>Framework</a:t>
            </a:r>
            <a:endParaRPr lang="en-US" sz="2400" b="0" strike="noStrike">
              <a:latin typeface="Arial" pitchFamily="34" charset="0" panose="020B0604020202020204"/>
            </a:endParaRPr>
          </a:p>
        </p:txBody>
      </p:sp>
      <p:sp>
        <p:nvSpPr>
          <p:cNvPr id="413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14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pic>
        <p:nvPicPr>
          <p:cNvPr id="415" name="Picture 7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8744040" y="4017240"/>
            <a:ext cx="2609640" cy="1590480"/>
          </a:xfrm>
          <a:prstGeom prst="rect">
            <a:avLst/>
          </a:prstGeom>
          <a:ln w="0">
            <a:noFill/>
          </a:ln>
        </p:spPr>
      </p:pic>
      <p:sp>
        <p:nvSpPr>
          <p:cNvPr id="416" name="Straight Arrow Connector 9"/>
          <p:cNvSpPr/>
          <p:nvPr/>
        </p:nvSpPr>
        <p:spPr>
          <a:xfrm flipH="1" flipV="1">
            <a:off x="2831040" y="4811760"/>
            <a:ext cx="1065960" cy="360"/>
          </a:xfrm>
          <a:custGeom>
            <a:av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C0504D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  <p:txBody>
          <a:bodyPr/>
          <a:lstStyle/>
          <a:p/>
        </p:txBody>
      </p:sp>
      <p:pic>
        <p:nvPicPr>
          <p:cNvPr id="417" name="Picture 6" descr="CICD Toolset - A Quick Comparison - Perficient Blogs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4235040" y="944280"/>
            <a:ext cx="2837880" cy="1594800"/>
          </a:xfrm>
          <a:prstGeom prst="rect">
            <a:avLst/>
          </a:prstGeom>
          <a:ln w="0">
            <a:noFill/>
          </a:ln>
        </p:spPr>
      </p:pic>
      <p:sp>
        <p:nvSpPr>
          <p:cNvPr id="418" name="Straight Arrow Connector 11"/>
          <p:cNvSpPr/>
          <p:nvPr/>
        </p:nvSpPr>
        <p:spPr>
          <a:xfrm flipH="1" flipV="1">
            <a:off x="5653440" y="2539440"/>
            <a:ext cx="360" cy="636480"/>
          </a:xfrm>
          <a:custGeom>
            <a:av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C0504D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  <p:txBody>
          <a:bodyPr/>
          <a:lstStyle/>
          <a:p/>
        </p:txBody>
      </p:sp>
      <p:pic>
        <p:nvPicPr>
          <p:cNvPr id="419" name="Picture 13"/>
          <p:cNvPicPr/>
          <p:nvPr/>
        </p:nvPicPr>
        <p:blipFill>
          <a:blip r:embed="rId3"/>
          <a:srcRect/>
          <a:stretch>
            <a:fillRect/>
          </a:stretch>
        </p:blipFill>
        <p:spPr>
          <a:xfrm>
            <a:off x="460440" y="3952080"/>
            <a:ext cx="2371320" cy="1720440"/>
          </a:xfrm>
          <a:prstGeom prst="rect">
            <a:avLst/>
          </a:prstGeom>
          <a:ln w="0">
            <a:noFill/>
          </a:ln>
        </p:spPr>
      </p:pic>
      <p:sp>
        <p:nvSpPr>
          <p:cNvPr id="420" name="Straight Arrow Connector 15"/>
          <p:cNvSpPr/>
          <p:nvPr/>
        </p:nvSpPr>
        <p:spPr>
          <a:xfrm>
            <a:off x="7411320" y="4812480"/>
            <a:ext cx="1332000" cy="360"/>
          </a:xfrm>
          <a:custGeom>
            <a:av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C0504D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/>
        </p:style>
        <p:txBody>
          <a:bodyPr/>
          <a:lstStyle/>
          <a:p/>
        </p:txBody>
      </p:sp>
      <p:pic>
        <p:nvPicPr>
          <p:cNvPr id="421" name="Picture 8" descr="Getting started with TestNG - DEV Community"/>
          <p:cNvPicPr/>
          <p:nvPr/>
        </p:nvPicPr>
        <p:blipFill>
          <a:blip r:embed="rId4"/>
          <a:srcRect/>
          <a:stretch>
            <a:fillRect/>
          </a:stretch>
        </p:blipFill>
        <p:spPr>
          <a:xfrm>
            <a:off x="3898080" y="3843360"/>
            <a:ext cx="1549440" cy="650520"/>
          </a:xfrm>
          <a:prstGeom prst="rect">
            <a:avLst/>
          </a:prstGeom>
          <a:ln w="0">
            <a:noFill/>
          </a:ln>
        </p:spPr>
      </p:pic>
      <p:pic>
        <p:nvPicPr>
          <p:cNvPr id="422" name="Picture 10" descr="Selenium with Python — Selenium Python Bindings 2 documentation"/>
          <p:cNvPicPr/>
          <p:nvPr/>
        </p:nvPicPr>
        <p:blipFill>
          <a:blip r:embed="rId5"/>
          <a:srcRect/>
          <a:stretch>
            <a:fillRect/>
          </a:stretch>
        </p:blipFill>
        <p:spPr>
          <a:xfrm>
            <a:off x="5784120" y="3843360"/>
            <a:ext cx="1121400" cy="1014840"/>
          </a:xfrm>
          <a:prstGeom prst="rect">
            <a:avLst/>
          </a:prstGeom>
          <a:ln w="0">
            <a:noFill/>
          </a:ln>
        </p:spPr>
      </p:pic>
      <p:pic>
        <p:nvPicPr>
          <p:cNvPr id="423" name="Picture 14" descr="Appium Logo PNG Transparent &amp;amp; SVG Vector - Freebie Supply"/>
          <p:cNvPicPr/>
          <p:nvPr/>
        </p:nvPicPr>
        <p:blipFill>
          <a:blip r:embed="rId6"/>
          <a:srcRect/>
          <a:stretch>
            <a:fillRect/>
          </a:stretch>
        </p:blipFill>
        <p:spPr>
          <a:xfrm>
            <a:off x="5880960" y="5029560"/>
            <a:ext cx="927720" cy="931680"/>
          </a:xfrm>
          <a:prstGeom prst="rect">
            <a:avLst/>
          </a:prstGeom>
          <a:ln w="0">
            <a:noFill/>
          </a:ln>
        </p:spPr>
      </p:pic>
      <p:pic>
        <p:nvPicPr>
          <p:cNvPr id="424" name="Picture 18" descr="File:Apache Maven logo.svg - Wikimedia Commons"/>
          <p:cNvPicPr/>
          <p:nvPr/>
        </p:nvPicPr>
        <p:blipFill>
          <a:blip r:embed="rId7"/>
          <a:srcRect/>
          <a:stretch>
            <a:fillRect/>
          </a:stretch>
        </p:blipFill>
        <p:spPr>
          <a:xfrm>
            <a:off x="7855920" y="10894680"/>
            <a:ext cx="278280" cy="70200"/>
          </a:xfrm>
          <a:prstGeom prst="rect">
            <a:avLst/>
          </a:prstGeom>
          <a:ln w="0">
            <a:noFill/>
          </a:ln>
        </p:spPr>
      </p:pic>
      <p:sp>
        <p:nvSpPr>
          <p:cNvPr id="425" name="TextBox 20"/>
          <p:cNvSpPr/>
          <p:nvPr/>
        </p:nvSpPr>
        <p:spPr>
          <a:xfrm>
            <a:off x="838080" y="1372320"/>
            <a:ext cx="2450160" cy="1614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000" b="1" strike="noStrike">
                <a:solidFill>
                  <a:srgbClr val="000000"/>
                </a:solidFill>
                <a:latin typeface="Calibri"/>
              </a:rPr>
              <a:t>Choose Toolset:</a:t>
            </a:r>
            <a:endParaRPr lang="en-US" sz="2000" b="0" strike="noStrike">
              <a:latin typeface="Arial" pitchFamily="34" charset="0" panose="020B0604020202020204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Test Runner</a:t>
            </a:r>
            <a:endParaRPr lang="en-US" sz="2000" b="0" strike="noStrike">
              <a:latin typeface="Arial" pitchFamily="34" charset="0" panose="020B0604020202020204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Automation Tool</a:t>
            </a:r>
            <a:endParaRPr lang="en-US" sz="2000" b="0" strike="noStrike">
              <a:latin typeface="Arial" pitchFamily="34" charset="0" panose="020B0604020202020204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Build Tool</a:t>
            </a:r>
            <a:endParaRPr lang="en-US" sz="2000" b="0" strike="noStrike">
              <a:latin typeface="Arial" pitchFamily="34" charset="0" panose="020B0604020202020204"/>
            </a:endParaRPr>
          </a:p>
          <a:p>
            <a:pPr marL="285840" indent="-285480">
              <a:lnSpc>
                <a:spcPct val="100000"/>
              </a:lnSpc>
              <a:buClr>
                <a:srgbClr val="000000"/>
              </a:buClr>
              <a:buFont typeface="StarSymbol"/>
              <a:buChar char="-"/>
            </a:pPr>
            <a:r>
              <a:rPr lang="en-US" sz="2000" b="0" strike="noStrike">
                <a:solidFill>
                  <a:srgbClr val="000000"/>
                </a:solidFill>
                <a:latin typeface="Calibri"/>
              </a:rPr>
              <a:t>Report Tool</a:t>
            </a:r>
            <a:endParaRPr lang="en-US" sz="2000" b="0" strike="noStrike">
              <a:latin typeface="Arial" pitchFamily="34" charset="0" panose="020B0604020202020204"/>
            </a:endParaRPr>
          </a:p>
        </p:txBody>
      </p:sp>
      <p:sp>
        <p:nvSpPr>
          <p:cNvPr id="426" name="Rounded Rectangle 28"/>
          <p:cNvSpPr/>
          <p:nvPr/>
        </p:nvSpPr>
        <p:spPr>
          <a:xfrm>
            <a:off x="4077720" y="5328360"/>
            <a:ext cx="1370160" cy="55872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49">
                <a:solidFill>
                  <a:srgbClr val="EEECE1"/>
                </a:solidFill>
                <a:latin typeface="Calibri"/>
              </a:rPr>
              <a:t>Extent Report</a:t>
            </a:r>
            <a:endParaRPr lang="en-US" sz="2400" b="0" strike="noStrike">
              <a:latin typeface="Arial" pitchFamily="34" charset="0" panose="020B0604020202020204"/>
            </a:endParaRPr>
          </a:p>
        </p:txBody>
      </p:sp>
      <p:pic>
        <p:nvPicPr>
          <p:cNvPr id="427" name="Picture 2" descr="See the source image"/>
          <p:cNvPicPr/>
          <p:nvPr/>
        </p:nvPicPr>
        <p:blipFill>
          <a:blip r:embed="rId8"/>
          <a:srcRect/>
          <a:stretch>
            <a:fillRect/>
          </a:stretch>
        </p:blipFill>
        <p:spPr>
          <a:xfrm>
            <a:off x="4030920" y="4601520"/>
            <a:ext cx="1541160" cy="55908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Title 1"/>
          <p:cNvSpPr txBox="1"/>
          <p:nvPr/>
        </p:nvSpPr>
        <p:spPr>
          <a:xfrm>
            <a:off x="838080" y="40536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>
                <a:solidFill>
                  <a:srgbClr val="E30613"/>
                </a:solidFill>
                <a:latin typeface="Arial" pitchFamily="34" charset="0" panose="020B0604020202020204"/>
              </a:rPr>
              <a:t>Framework Architecture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29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30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31" name="Rounded Rectangle 2"/>
          <p:cNvSpPr/>
          <p:nvPr/>
        </p:nvSpPr>
        <p:spPr>
          <a:xfrm>
            <a:off x="1146960" y="942840"/>
            <a:ext cx="4699800" cy="55537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FD4FE"/>
              </a:gs>
              <a:gs pos="100000">
                <a:srgbClr val="E5EFFF"/>
              </a:gs>
            </a:gsLst>
            <a:lin ang="16200000" scaled="0"/>
          </a:gradFill>
          <a:ln>
            <a:solidFill>
              <a:srgbClr val="00B0F0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Framework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32" name="Rounded Rectangle 8"/>
          <p:cNvSpPr/>
          <p:nvPr/>
        </p:nvSpPr>
        <p:spPr>
          <a:xfrm>
            <a:off x="1532160" y="4956840"/>
            <a:ext cx="3978000" cy="115812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BE4B48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vertOverflow="overflow" horzOverflow="overflow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Test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33" name="Rounded Rectangle 10"/>
          <p:cNvSpPr/>
          <p:nvPr/>
        </p:nvSpPr>
        <p:spPr>
          <a:xfrm>
            <a:off x="1508040" y="1540080"/>
            <a:ext cx="3978000" cy="3193200"/>
          </a:xfrm>
          <a:prstGeom prst="roundRect">
            <a:avLst>
              <a:gd name="adj" fmla="val 16667"/>
            </a:avLst>
          </a:prstGeom>
          <a:solidFill>
            <a:srgbClr val="0070C0"/>
          </a:solidFill>
          <a:ln>
            <a:solidFill>
              <a:srgbClr val="4F81BD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Core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34" name="Rounded Rectangle 12"/>
          <p:cNvSpPr/>
          <p:nvPr/>
        </p:nvSpPr>
        <p:spPr>
          <a:xfrm>
            <a:off x="2053440" y="211968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Log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35" name="Rounded Rectangle 20"/>
          <p:cNvSpPr/>
          <p:nvPr/>
        </p:nvSpPr>
        <p:spPr>
          <a:xfrm>
            <a:off x="3649680" y="211032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Integration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36" name="Rounded Rectangle 21"/>
          <p:cNvSpPr/>
          <p:nvPr/>
        </p:nvSpPr>
        <p:spPr>
          <a:xfrm>
            <a:off x="3649680" y="285552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Driver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37" name="Rounded Rectangle 22"/>
          <p:cNvSpPr/>
          <p:nvPr/>
        </p:nvSpPr>
        <p:spPr>
          <a:xfrm>
            <a:off x="3649680" y="363024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Element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38" name="Rounded Rectangle 23"/>
          <p:cNvSpPr/>
          <p:nvPr/>
        </p:nvSpPr>
        <p:spPr>
          <a:xfrm>
            <a:off x="2053440" y="285552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Utilities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39" name="Rounded Rectangle 25"/>
          <p:cNvSpPr/>
          <p:nvPr/>
        </p:nvSpPr>
        <p:spPr>
          <a:xfrm>
            <a:off x="2085480" y="362736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API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40" name="Rounded Rectangle 26"/>
          <p:cNvSpPr/>
          <p:nvPr/>
        </p:nvSpPr>
        <p:spPr>
          <a:xfrm>
            <a:off x="2831400" y="425232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Report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41" name="Rounded Rectangle 27"/>
          <p:cNvSpPr/>
          <p:nvPr/>
        </p:nvSpPr>
        <p:spPr>
          <a:xfrm>
            <a:off x="1740600" y="520776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Page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42" name="Rounded Rectangle 28"/>
          <p:cNvSpPr/>
          <p:nvPr/>
        </p:nvSpPr>
        <p:spPr>
          <a:xfrm>
            <a:off x="3827880" y="520956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Test case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43" name="Rounded Rectangle 29"/>
          <p:cNvSpPr/>
          <p:nvPr/>
        </p:nvSpPr>
        <p:spPr>
          <a:xfrm>
            <a:off x="1740600" y="570060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Data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44" name="Rounded Rectangle 30"/>
          <p:cNvSpPr/>
          <p:nvPr/>
        </p:nvSpPr>
        <p:spPr>
          <a:xfrm>
            <a:off x="3852000" y="5664600"/>
            <a:ext cx="1331280" cy="40068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CC6D20"/>
              </a:gs>
              <a:gs pos="100000">
                <a:srgbClr val="FF9033"/>
              </a:gs>
            </a:gsLst>
            <a:lin ang="16200000" scaled="0"/>
          </a:gradFill>
          <a:ln>
            <a:solidFill>
              <a:srgbClr val="F59240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Helper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45" name="Straight Arrow Connector 16"/>
          <p:cNvSpPr/>
          <p:nvPr/>
        </p:nvSpPr>
        <p:spPr>
          <a:xfrm flipH="1" flipV="1">
            <a:off x="5183640" y="5408280"/>
            <a:ext cx="2513520" cy="18720"/>
          </a:xfrm>
          <a:custGeom>
            <a:av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79646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/>
        </p:txBody>
      </p:sp>
      <p:sp>
        <p:nvSpPr>
          <p:cNvPr id="446" name="Rounded Rectangle 33"/>
          <p:cNvSpPr/>
          <p:nvPr/>
        </p:nvSpPr>
        <p:spPr>
          <a:xfrm>
            <a:off x="7782480" y="4240080"/>
            <a:ext cx="1370160" cy="5587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FD4FE"/>
              </a:gs>
              <a:gs pos="100000">
                <a:srgbClr val="E5EFFF"/>
              </a:gs>
            </a:gsLst>
            <a:lin ang="16200000" scaled="0"/>
          </a:gradFill>
          <a:ln>
            <a:solidFill>
              <a:srgbClr val="4A7EBB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Extent Report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47" name="Straight Arrow Connector 35"/>
          <p:cNvSpPr/>
          <p:nvPr/>
        </p:nvSpPr>
        <p:spPr>
          <a:xfrm>
            <a:off x="4163040" y="4519440"/>
            <a:ext cx="3619080" cy="360"/>
          </a:xfrm>
          <a:custGeom>
            <a:av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79646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/>
        </p:txBody>
      </p:sp>
      <p:pic>
        <p:nvPicPr>
          <p:cNvPr id="448" name="Picture 10" descr="Selenium with Python — Selenium Python Bindings 2 documentation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7782480" y="2645280"/>
            <a:ext cx="915120" cy="828000"/>
          </a:xfrm>
          <a:prstGeom prst="rect">
            <a:avLst/>
          </a:prstGeom>
          <a:ln w="0">
            <a:noFill/>
          </a:ln>
        </p:spPr>
      </p:pic>
      <p:sp>
        <p:nvSpPr>
          <p:cNvPr id="449" name="Straight Arrow Connector 42"/>
          <p:cNvSpPr/>
          <p:nvPr/>
        </p:nvSpPr>
        <p:spPr>
          <a:xfrm>
            <a:off x="4980960" y="3056040"/>
            <a:ext cx="2801160" cy="3240"/>
          </a:xfrm>
          <a:custGeom>
            <a:av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79646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/>
        </p:txBody>
      </p:sp>
      <p:pic>
        <p:nvPicPr>
          <p:cNvPr id="450" name="Picture 2" descr="Free Jira Flat Logo Icon - Available in SVG, PNG, EPS, AI &amp;amp; Icon fonts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7697520" y="1710360"/>
            <a:ext cx="1211400" cy="1211400"/>
          </a:xfrm>
          <a:prstGeom prst="rect">
            <a:avLst/>
          </a:prstGeom>
          <a:ln w="0">
            <a:noFill/>
          </a:ln>
        </p:spPr>
      </p:pic>
      <p:sp>
        <p:nvSpPr>
          <p:cNvPr id="451" name="Straight Arrow Connector 46"/>
          <p:cNvSpPr/>
          <p:nvPr/>
        </p:nvSpPr>
        <p:spPr>
          <a:xfrm>
            <a:off x="4980960" y="2310840"/>
            <a:ext cx="2716200" cy="5040"/>
          </a:xfrm>
          <a:custGeom>
            <a:avLst/>
            <a:rect l="l" t="t" r="r" b="b"/>
            <a:pathLst>
              <a:path w="21600" h="21600">
                <a:moveTo>
                  <a:pt x="0" y="0"/>
                </a:moveTo>
                <a:lnTo>
                  <a:pt x="21600" y="21600"/>
                </a:lnTo>
              </a:path>
            </a:pathLst>
          </a:custGeom>
          <a:noFill/>
          <a:ln>
            <a:solidFill>
              <a:srgbClr val="F79646"/>
            </a:solidFill>
            <a:round/>
            <a:tailEnd type="triangle" w="med" len="med"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/>
        </p:style>
        <p:txBody>
          <a:bodyPr/>
          <a:lstStyle/>
          <a:p/>
        </p:txBody>
      </p:sp>
      <p:sp>
        <p:nvSpPr>
          <p:cNvPr id="452" name="Rounded Rectangle 32"/>
          <p:cNvSpPr/>
          <p:nvPr/>
        </p:nvSpPr>
        <p:spPr>
          <a:xfrm>
            <a:off x="7782480" y="5152320"/>
            <a:ext cx="1370160" cy="55872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BFD4FE"/>
              </a:gs>
              <a:gs pos="100000">
                <a:srgbClr val="E5EFFF"/>
              </a:gs>
            </a:gsLst>
            <a:lin ang="16200000" scaled="0"/>
          </a:gradFill>
          <a:ln>
            <a:solidFill>
              <a:srgbClr val="4A7EBB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NUnit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351" name="Picture 35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1018674" y="1648043"/>
            <a:ext cx="10154652" cy="3830855"/>
          </a:xfrm>
          <a:prstGeom prst="rect">
            <a:avLst/>
          </a:prstGeom>
        </p:spPr>
      </p:pic>
      <p:sp>
        <p:nvSpPr>
          <p:cNvPr id="352" name="Title 1"/>
          <p:cNvSpPr txBox="1"/>
          <p:nvPr/>
        </p:nvSpPr>
        <p:spPr>
          <a:xfrm>
            <a:off x="838080" y="40536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>
                <a:solidFill>
                  <a:srgbClr val="E30613"/>
                </a:solidFill>
                <a:latin typeface="Arial" pitchFamily="34" charset="0" panose="020B0604020202020204"/>
              </a:rPr>
              <a:t>Framework Layer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Title 1"/>
          <p:cNvSpPr txBox="1"/>
          <p:nvPr/>
        </p:nvSpPr>
        <p:spPr>
          <a:xfrm>
            <a:off x="838080" y="40536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>
                <a:solidFill>
                  <a:srgbClr val="E30613"/>
                </a:solidFill>
                <a:latin typeface="Arial" pitchFamily="34" charset="0" panose="020B0604020202020204"/>
              </a:rPr>
              <a:t>Framework Architecture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54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55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56" name="Right Brace 4"/>
          <p:cNvSpPr/>
          <p:nvPr/>
        </p:nvSpPr>
        <p:spPr>
          <a:xfrm>
            <a:off x="4622760" y="1721880"/>
            <a:ext cx="1186920" cy="1491480"/>
          </a:xfrm>
          <a:prstGeom prst="rightBrace">
            <a:avLst>
              <a:gd name="adj1" fmla="val 8333"/>
              <a:gd name="adj2" fmla="val 48925"/>
            </a:avLst>
          </a:prstGeom>
          <a:noFill/>
          <a:ln>
            <a:solidFill>
              <a:srgbClr val="9BBB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/>
        </p:style>
        <p:txBody>
          <a:bodyPr/>
          <a:lstStyle/>
          <a:p/>
        </p:txBody>
      </p:sp>
      <p:sp>
        <p:nvSpPr>
          <p:cNvPr id="457" name="Rounded Rectangle 32"/>
          <p:cNvSpPr/>
          <p:nvPr/>
        </p:nvSpPr>
        <p:spPr>
          <a:xfrm>
            <a:off x="5880960" y="2151000"/>
            <a:ext cx="1370160" cy="55872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49">
                <a:solidFill>
                  <a:srgbClr val="FF0000"/>
                </a:solidFill>
                <a:latin typeface="Calibri"/>
              </a:rPr>
              <a:t>Core</a:t>
            </a:r>
            <a:endParaRPr lang="en-US" sz="2400" b="0" strike="noStrike">
              <a:latin typeface="Arial" pitchFamily="34" charset="0" panose="020B0604020202020204"/>
            </a:endParaRPr>
          </a:p>
        </p:txBody>
      </p:sp>
      <p:sp>
        <p:nvSpPr>
          <p:cNvPr id="458" name="Right Brace 34"/>
          <p:cNvSpPr/>
          <p:nvPr/>
        </p:nvSpPr>
        <p:spPr>
          <a:xfrm>
            <a:off x="4853520" y="3473280"/>
            <a:ext cx="1242000" cy="2093400"/>
          </a:xfrm>
          <a:prstGeom prst="rightBrace">
            <a:avLst>
              <a:gd name="adj1" fmla="val 8333"/>
              <a:gd name="adj2" fmla="val 48925"/>
            </a:avLst>
          </a:prstGeom>
          <a:noFill/>
          <a:ln>
            <a:solidFill>
              <a:srgbClr val="9BBB59"/>
            </a:solidFill>
            <a:round/>
          </a:ln>
          <a:effectLst>
            <a:outerShdw blurRad="39960" dist="23040" dir="5400000" rotWithShape="0">
              <a:srgbClr val="000000">
                <a:alpha val="35000"/>
              </a:srgbClr>
            </a:outerShdw>
          </a:effectLst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/>
        </p:style>
        <p:txBody>
          <a:bodyPr/>
          <a:lstStyle/>
          <a:p/>
        </p:txBody>
      </p:sp>
      <p:sp>
        <p:nvSpPr>
          <p:cNvPr id="459" name="Rounded Rectangle 36"/>
          <p:cNvSpPr/>
          <p:nvPr/>
        </p:nvSpPr>
        <p:spPr>
          <a:xfrm>
            <a:off x="6095880" y="4240440"/>
            <a:ext cx="1370160" cy="55872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2400" b="1" strike="noStrike" spc="49">
                <a:solidFill>
                  <a:srgbClr val="FF0000"/>
                </a:solidFill>
                <a:latin typeface="Calibri"/>
              </a:rPr>
              <a:t>Test</a:t>
            </a:r>
            <a:endParaRPr lang="en-US" sz="2400" b="0" strike="noStrike">
              <a:latin typeface="Arial" pitchFamily="34" charset="0" panose="020B0604020202020204"/>
            </a:endParaRPr>
          </a:p>
        </p:txBody>
      </p:sp>
      <p:pic>
        <p:nvPicPr>
          <p:cNvPr id="460" name="Picture 2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1789560" y="1275840"/>
            <a:ext cx="2761560" cy="46472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Content Placeholder 4"/>
          <p:cNvSpPr txBox="1"/>
          <p:nvPr/>
        </p:nvSpPr>
        <p:spPr>
          <a:xfrm>
            <a:off x="7428600" y="747000"/>
            <a:ext cx="4495680" cy="36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>
              <a:lnSpc>
                <a:spcPct val="100000"/>
              </a:lnSpc>
            </a:pPr>
            <a:endParaRPr lang="en-US" sz="1800" b="0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>
                <a:solidFill>
                  <a:srgbClr val="323232"/>
                </a:solidFill>
                <a:latin typeface="Calibri"/>
                <a:ea typeface="Arial" pitchFamily="34" charset="0" panose="020B0604020202020204"/>
              </a:rPr>
              <a:t>Driver (Skip)</a:t>
            </a:r>
            <a:endParaRPr lang="en-US" sz="2000" b="0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>
                <a:solidFill>
                  <a:srgbClr val="323232"/>
                </a:solidFill>
                <a:latin typeface="Calibri"/>
                <a:ea typeface="Arial" pitchFamily="34" charset="0" panose="020B0604020202020204"/>
              </a:rPr>
              <a:t>Element (Skip)</a:t>
            </a:r>
            <a:endParaRPr lang="en-US" sz="2000" b="0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>
                <a:solidFill>
                  <a:srgbClr val="323232"/>
                </a:solidFill>
                <a:latin typeface="Calibri"/>
                <a:ea typeface="Arial" pitchFamily="34" charset="0" panose="020B0604020202020204"/>
              </a:rPr>
              <a:t>API</a:t>
            </a:r>
            <a:endParaRPr lang="en-US" sz="2000" b="0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>
                <a:solidFill>
                  <a:srgbClr val="323232"/>
                </a:solidFill>
                <a:latin typeface="Calibri"/>
                <a:ea typeface="Arial" pitchFamily="34" charset="0" panose="020B0604020202020204"/>
              </a:rPr>
              <a:t>Report(Skip)</a:t>
            </a:r>
            <a:endParaRPr lang="en-US" sz="2000" b="0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2000" b="0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</a:pPr>
            <a:endParaRPr lang="en-US" sz="20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2" name="Content Placeholder 5"/>
          <p:cNvSpPr txBox="1"/>
          <p:nvPr/>
        </p:nvSpPr>
        <p:spPr>
          <a:xfrm>
            <a:off x="1515960" y="1376280"/>
            <a:ext cx="4090680" cy="20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>
                <a:solidFill>
                  <a:srgbClr val="FFFFFF"/>
                </a:solidFill>
                <a:latin typeface="Arial" pitchFamily="34" charset="0" panose="020B0604020202020204"/>
              </a:rPr>
              <a:t>Build framework core component</a:t>
            </a:r>
            <a:endParaRPr lang="en-US" sz="40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Title 1"/>
          <p:cNvSpPr txBox="1"/>
          <p:nvPr/>
        </p:nvSpPr>
        <p:spPr>
          <a:xfrm>
            <a:off x="612720" y="38304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>
                <a:solidFill>
                  <a:srgbClr val="E30613"/>
                </a:solidFill>
                <a:latin typeface="Arial" pitchFamily="34" charset="0" panose="020B0604020202020204"/>
              </a:rPr>
              <a:t>API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4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65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66" name="Rounded Rectangle 2"/>
          <p:cNvSpPr/>
          <p:nvPr/>
        </p:nvSpPr>
        <p:spPr>
          <a:xfrm>
            <a:off x="4379400" y="1243440"/>
            <a:ext cx="2935440" cy="3849840"/>
          </a:xfrm>
          <a:prstGeom prst="roundRect">
            <a:avLst>
              <a:gd name="adj" fmla="val 16667"/>
            </a:avLst>
          </a:prstGeom>
          <a:solidFill>
            <a:srgbClr val="7030A0"/>
          </a:solidFill>
          <a:ln>
            <a:solidFill>
              <a:srgbClr val="FFFFFF"/>
            </a:solidFill>
            <a:round/>
          </a:ln>
          <a:effectLst>
            <a:outerShdw blurRad="39960" dist="20160" dir="5400000" rotWithShape="0">
              <a:srgbClr val="000000">
                <a:alpha val="38000"/>
              </a:srgb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strike="noStrike">
                <a:solidFill>
                  <a:srgbClr val="FFFFFF"/>
                </a:solidFill>
                <a:latin typeface="Calibri"/>
              </a:rPr>
              <a:t>API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67" name="Rounded Rectangle 9"/>
          <p:cNvSpPr/>
          <p:nvPr/>
        </p:nvSpPr>
        <p:spPr>
          <a:xfrm>
            <a:off x="4690080" y="1804320"/>
            <a:ext cx="2309760" cy="120276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C4B4B"/>
              </a:gs>
              <a:gs pos="100000">
                <a:srgbClr val="E8000D"/>
              </a:gs>
            </a:gsLst>
            <a:lin ang="5400000" scaled="0"/>
          </a:gradFill>
          <a:ln w="6350">
            <a:solidFill>
              <a:srgbClr val="E3061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>
                <a:solidFill>
                  <a:srgbClr val="FFFFFF"/>
                </a:solidFill>
                <a:latin typeface="Arial" pitchFamily="34" charset="0" panose="020B0604020202020204"/>
              </a:rPr>
              <a:t>Uri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>
                <a:solidFill>
                  <a:srgbClr val="FFFFFF"/>
                </a:solidFill>
                <a:latin typeface="Arial" pitchFamily="34" charset="0" panose="020B0604020202020204"/>
              </a:rPr>
              <a:t>Method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>
                <a:solidFill>
                  <a:srgbClr val="FFFFFF"/>
                </a:solidFill>
                <a:latin typeface="Arial" pitchFamily="34" charset="0" panose="020B0604020202020204"/>
              </a:rPr>
              <a:t>Header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>
                <a:solidFill>
                  <a:srgbClr val="FFFFFF"/>
                </a:solidFill>
                <a:latin typeface="Arial" pitchFamily="34" charset="0" panose="020B0604020202020204"/>
              </a:rPr>
              <a:t>Parameter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1800" b="0" strike="noStrike">
              <a:latin typeface="Arial" pitchFamily="34" charset="0" panose="020B0604020202020204"/>
            </a:endParaRPr>
          </a:p>
          <a:p>
            <a:pPr algn="ctr">
              <a:lnSpc>
                <a:spcPct val="100000"/>
              </a:lnSpc>
              <a:tabLst>
                <a:tab pos="0" algn="l"/>
              </a:tabLst>
            </a:pPr>
            <a:endParaRPr lang="en-US" sz="1800" b="0" strike="noStrike">
              <a:latin typeface="Arial" pitchFamily="34" charset="0" panose="020B0604020202020204"/>
            </a:endParaRPr>
          </a:p>
        </p:txBody>
      </p:sp>
      <p:sp>
        <p:nvSpPr>
          <p:cNvPr id="468" name="Rounded Rectangle 10"/>
          <p:cNvSpPr/>
          <p:nvPr/>
        </p:nvSpPr>
        <p:spPr>
          <a:xfrm>
            <a:off x="4692240" y="3168360"/>
            <a:ext cx="2309760" cy="1547640"/>
          </a:xfrm>
          <a:prstGeom prst="roundRect">
            <a:avLst>
              <a:gd name="adj" fmla="val 16667"/>
            </a:avLst>
          </a:prstGeom>
          <a:gradFill rotWithShape="0">
            <a:gsLst>
              <a:gs pos="0">
                <a:srgbClr val="EC4B4B"/>
              </a:gs>
              <a:gs pos="100000">
                <a:srgbClr val="E8000D"/>
              </a:gs>
            </a:gsLst>
            <a:lin ang="5400000" scaled="0"/>
          </a:gradFill>
          <a:ln w="6350">
            <a:solidFill>
              <a:srgbClr val="E30613"/>
            </a:solidFill>
            <a:miter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noAutofit/>
          </a:bodyPr>
          <a:lstStyle/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>
                <a:solidFill>
                  <a:srgbClr val="FFFFFF"/>
                </a:solidFill>
                <a:latin typeface="Arial" pitchFamily="34" charset="0" panose="020B0604020202020204"/>
              </a:rPr>
              <a:t>addParam()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>
                <a:solidFill>
                  <a:srgbClr val="FFFFFF"/>
                </a:solidFill>
                <a:latin typeface="Arial" pitchFamily="34" charset="0" panose="020B0604020202020204"/>
              </a:rPr>
              <a:t>addHeader()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>
                <a:solidFill>
                  <a:srgbClr val="FFFFFF"/>
                </a:solidFill>
                <a:latin typeface="Arial" pitchFamily="34" charset="0" panose="020B0604020202020204"/>
              </a:rPr>
              <a:t>sendRequest()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285840" indent="-285480">
              <a:lnSpc>
                <a:spcPct val="100000"/>
              </a:lnSpc>
              <a:buClr>
                <a:srgbClr val="FFFFFF"/>
              </a:buClr>
              <a:buFont typeface="StarSymbol"/>
              <a:buChar char="-"/>
            </a:pPr>
            <a:r>
              <a:rPr lang="en-US" sz="1800" b="0" strike="noStrike">
                <a:solidFill>
                  <a:srgbClr val="FFFFFF"/>
                </a:solidFill>
                <a:latin typeface="Arial" pitchFamily="34" charset="0" panose="020B0604020202020204"/>
              </a:rPr>
              <a:t>…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</a:pPr>
            <a:endParaRPr lang="en-US" sz="180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</a:pPr>
            <a:endParaRPr lang="en-US" sz="1800" b="0" strike="noStrike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Title 1"/>
          <p:cNvSpPr txBox="1"/>
          <p:nvPr/>
        </p:nvSpPr>
        <p:spPr>
          <a:xfrm>
            <a:off x="612720" y="38304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>
                <a:solidFill>
                  <a:srgbClr val="E30613"/>
                </a:solidFill>
                <a:latin typeface="Arial" pitchFamily="34" charset="0" panose="020B0604020202020204"/>
              </a:rPr>
              <a:t>Report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0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71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72" name="Rectangle 9"/>
          <p:cNvSpPr/>
          <p:nvPr/>
        </p:nvSpPr>
        <p:spPr>
          <a:xfrm>
            <a:off x="2144520" y="5688720"/>
            <a:ext cx="8763840" cy="364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u="sng" strike="noStrike">
                <a:solidFill>
                  <a:srgbClr val="0000FF"/>
                </a:solidFill>
                <a:uFillTx/>
                <a:latin typeface="Calibri"/>
                <a:hlinkClick r:id="rId1"/>
              </a:rPr>
              <a:t>https://www.ecanarys.com/Blogs/ArticleID/305/Extent-Reports-in-Selenium-CSharp-C</a:t>
            </a:r>
            <a:endParaRPr lang="en-US" sz="1800" b="0" strike="noStrike">
              <a:latin typeface="Arial" pitchFamily="34" charset="0" panose="020B0604020202020204"/>
            </a:endParaRPr>
          </a:p>
        </p:txBody>
      </p:sp>
      <p:pic>
        <p:nvPicPr>
          <p:cNvPr id="473" name="Picture 2"/>
          <p:cNvPicPr/>
          <p:nvPr/>
        </p:nvPicPr>
        <p:blipFill>
          <a:blip r:embed="rId2"/>
          <a:srcRect/>
          <a:stretch>
            <a:fillRect/>
          </a:stretch>
        </p:blipFill>
        <p:spPr>
          <a:xfrm>
            <a:off x="914400" y="1066680"/>
            <a:ext cx="10555920" cy="468864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Content Placeholder 4"/>
          <p:cNvSpPr txBox="1"/>
          <p:nvPr/>
        </p:nvSpPr>
        <p:spPr>
          <a:xfrm>
            <a:off x="7428600" y="747000"/>
            <a:ext cx="4495680" cy="360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rmAutofit/>
          </a:bodyPr>
          <a:lstStyle/>
          <a:p>
            <a:pPr>
              <a:lnSpc>
                <a:spcPct val="100000"/>
              </a:lnSpc>
            </a:pPr>
            <a:endParaRPr lang="en-US" sz="1800" b="0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>
                <a:solidFill>
                  <a:srgbClr val="323232"/>
                </a:solidFill>
                <a:latin typeface="Calibri"/>
                <a:ea typeface="Arial" pitchFamily="34" charset="0" panose="020B0604020202020204"/>
              </a:rPr>
              <a:t>API Services</a:t>
            </a:r>
            <a:endParaRPr lang="en-US" sz="2000" b="0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>
                <a:solidFill>
                  <a:srgbClr val="323232"/>
                </a:solidFill>
                <a:latin typeface="Calibri"/>
                <a:ea typeface="Arial" pitchFamily="34" charset="0" panose="020B0604020202020204"/>
              </a:rPr>
              <a:t>Test</a:t>
            </a:r>
            <a:endParaRPr lang="en-US" sz="2000" b="0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r>
              <a:rPr lang="en-US" sz="2000" b="0" strike="noStrike">
                <a:solidFill>
                  <a:srgbClr val="323232"/>
                </a:solidFill>
                <a:latin typeface="Calibri"/>
                <a:ea typeface="Arial" pitchFamily="34" charset="0" panose="020B0604020202020204"/>
              </a:rPr>
              <a:t>Page (skip)</a:t>
            </a:r>
            <a:endParaRPr lang="en-US" sz="2000" b="0" strike="noStrike">
              <a:solidFill>
                <a:srgbClr val="000000"/>
              </a:solidFill>
              <a:latin typeface="Calibri"/>
            </a:endParaRPr>
          </a:p>
          <a:p>
            <a:pPr marL="514440" indent="-514080">
              <a:lnSpc>
                <a:spcPct val="100000"/>
              </a:lnSpc>
              <a:buClr>
                <a:srgbClr val="F79646"/>
              </a:buClr>
              <a:buFont typeface="Calibri"/>
              <a:buAutoNum type="arabicPeriod"/>
            </a:pPr>
            <a:endParaRPr lang="en-US" sz="2000" b="0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0" strike="noStrike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</a:tabLst>
            </a:pPr>
            <a:endParaRPr lang="en-US" sz="20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5" name="Content Placeholder 5"/>
          <p:cNvSpPr txBox="1"/>
          <p:nvPr/>
        </p:nvSpPr>
        <p:spPr>
          <a:xfrm>
            <a:off x="1515960" y="1376280"/>
            <a:ext cx="4090680" cy="20523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US" sz="4000" b="1" strike="noStrike">
                <a:solidFill>
                  <a:srgbClr val="FFFFFF"/>
                </a:solidFill>
                <a:latin typeface="Arial" pitchFamily="34" charset="0" panose="020B0604020202020204"/>
              </a:rPr>
              <a:t>Build test component</a:t>
            </a:r>
            <a:endParaRPr lang="en-US" sz="40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Title 1"/>
          <p:cNvSpPr txBox="1"/>
          <p:nvPr/>
        </p:nvSpPr>
        <p:spPr>
          <a:xfrm>
            <a:off x="612720" y="38304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>
                <a:solidFill>
                  <a:srgbClr val="E30613"/>
                </a:solidFill>
                <a:latin typeface="Arial" pitchFamily="34" charset="0" panose="020B0604020202020204"/>
              </a:rPr>
              <a:t>API Services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2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83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84" name="TextBox 8"/>
          <p:cNvSpPr/>
          <p:nvPr/>
        </p:nvSpPr>
        <p:spPr>
          <a:xfrm>
            <a:off x="838080" y="1331640"/>
            <a:ext cx="10779840" cy="63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Create API class based on component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</a:pPr>
            <a:endParaRPr lang="en-US" sz="1800" b="0" strike="noStrike">
              <a:latin typeface="Arial" pitchFamily="34" charset="0" panose="020B0604020202020204"/>
            </a:endParaRPr>
          </a:p>
        </p:txBody>
      </p:sp>
      <p:pic>
        <p:nvPicPr>
          <p:cNvPr id="485" name="Picture 2" descr="Web API Helper Page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957600" y="2247840"/>
            <a:ext cx="9950760" cy="424656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object 2"/>
          <p:cNvSpPr txBox="1"/>
          <p:nvPr/>
        </p:nvSpPr>
        <p:spPr>
          <a:xfrm>
            <a:off x="916200" y="372240"/>
            <a:ext cx="8519974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Example code for class service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7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371" name="Picture 370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46484" y="1248878"/>
            <a:ext cx="10299032" cy="4360244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Title 1"/>
          <p:cNvSpPr txBox="1"/>
          <p:nvPr/>
        </p:nvSpPr>
        <p:spPr>
          <a:xfrm>
            <a:off x="612720" y="383040"/>
            <a:ext cx="10515240" cy="538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3200" b="0" strike="noStrike">
                <a:solidFill>
                  <a:srgbClr val="E30613"/>
                </a:solidFill>
                <a:latin typeface="Arial" pitchFamily="34" charset="0" panose="020B0604020202020204"/>
              </a:rPr>
              <a:t>Test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7" name="AutoShape 2"/>
          <p:cNvSpPr/>
          <p:nvPr/>
        </p:nvSpPr>
        <p:spPr>
          <a:xfrm>
            <a:off x="155520" y="-14436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78" name="AutoShape 4"/>
          <p:cNvSpPr/>
          <p:nvPr/>
        </p:nvSpPr>
        <p:spPr>
          <a:xfrm>
            <a:off x="307800" y="7920"/>
            <a:ext cx="304560" cy="304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/>
        </p:txBody>
      </p:sp>
      <p:sp>
        <p:nvSpPr>
          <p:cNvPr id="479" name="TextBox 8"/>
          <p:cNvSpPr/>
          <p:nvPr/>
        </p:nvSpPr>
        <p:spPr>
          <a:xfrm>
            <a:off x="838080" y="1331640"/>
            <a:ext cx="10779840" cy="173232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1. Create BaseTest Class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2. Create test classes to contain test case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 pitchFamily="34" charset="0" panose="020B0604020202020204"/>
              <a:buChar char="•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Add all test case related to a component to a class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 pitchFamily="34" charset="0" panose="020B0604020202020204"/>
              <a:buChar char="•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Create sub package if necessary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 marL="743040" lvl="1" indent="-285480">
              <a:lnSpc>
                <a:spcPct val="100000"/>
              </a:lnSpc>
              <a:buClr>
                <a:srgbClr val="000000"/>
              </a:buClr>
              <a:buFont typeface="Arial" pitchFamily="34" charset="0" panose="020B0604020202020204"/>
              <a:buChar char="•"/>
            </a:pPr>
            <a:r>
              <a:rPr lang="en-US" sz="1800" b="0" strike="noStrike">
                <a:solidFill>
                  <a:srgbClr val="000000"/>
                </a:solidFill>
                <a:latin typeface="Calibri"/>
              </a:rPr>
              <a:t>Set priority/group for test case</a:t>
            </a:r>
            <a:endParaRPr lang="en-US" sz="1800" b="0" strike="noStrike">
              <a:latin typeface="Arial" pitchFamily="34" charset="0" panose="020B0604020202020204"/>
            </a:endParaRPr>
          </a:p>
          <a:p>
            <a:pPr>
              <a:lnSpc>
                <a:spcPct val="100000"/>
              </a:lnSpc>
            </a:pPr>
            <a:endParaRPr lang="en-US" sz="1800" b="0" strike="noStrike">
              <a:latin typeface="Arial" pitchFamily="34" charset="0" panose="020B0604020202020204"/>
            </a:endParaRPr>
          </a:p>
        </p:txBody>
      </p:sp>
      <p:pic>
        <p:nvPicPr>
          <p:cNvPr id="480" name="Picture 2" descr="How to Write Test Cases for Software (with a Sample)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5167080" y="2829240"/>
            <a:ext cx="5960880" cy="31302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object 2"/>
          <p:cNvSpPr txBox="1"/>
          <p:nvPr/>
        </p:nvSpPr>
        <p:spPr>
          <a:xfrm>
            <a:off x="916200" y="372240"/>
            <a:ext cx="8519974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Example code for BastTest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7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370" name="Picture 36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08325" y="1276117"/>
            <a:ext cx="10242169" cy="4603568"/>
          </a:xfrm>
          <a:prstGeom prst="rect">
            <a:avLst/>
          </a:prstGeom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object 2"/>
          <p:cNvSpPr txBox="1"/>
          <p:nvPr/>
        </p:nvSpPr>
        <p:spPr>
          <a:xfrm>
            <a:off x="916200" y="372240"/>
            <a:ext cx="8519974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>
                <a:solidFill>
                  <a:srgbClr val="E20512"/>
                </a:solidFill>
                <a:latin typeface="Arial" pitchFamily="34" charset="0" panose="020B0604020202020204"/>
              </a:rPr>
              <a:t>Example code for test class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 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7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pic>
        <p:nvPicPr>
          <p:cNvPr id="369" name="Picture 36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927258" y="1176595"/>
            <a:ext cx="8508917" cy="4898122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6" name="Picture 1"/>
          <p:cNvPicPr/>
          <p:nvPr/>
        </p:nvPicPr>
        <p:blipFill>
          <a:blip r:embed="rId1"/>
          <a:srcRect/>
          <a:stretch>
            <a:fillRect/>
          </a:stretch>
        </p:blipFill>
        <p:spPr>
          <a:xfrm>
            <a:off x="3200400" y="951840"/>
            <a:ext cx="5851800" cy="31453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object 2"/>
          <p:cNvSpPr txBox="1"/>
          <p:nvPr/>
        </p:nvSpPr>
        <p:spPr>
          <a:xfrm>
            <a:off x="916200" y="372240"/>
            <a:ext cx="2233080" cy="1161720"/>
          </a:xfrm>
          <a:prstGeom prst="rect">
            <a:avLst/>
          </a:prstGeom>
          <a:noFill/>
          <a:ln w="0">
            <a:noFill/>
          </a:ln>
        </p:spPr>
        <p:txBody>
          <a:bodyPr lIns="0" tIns="1656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130"/>
              </a:spcBef>
            </a:pP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Re</a:t>
            </a:r>
            <a:r>
              <a:rPr lang="en-US" sz="3200" b="1" strike="noStrike" spc="-26">
                <a:solidFill>
                  <a:srgbClr val="E20512"/>
                </a:solidFill>
                <a:latin typeface="Arial" pitchFamily="34" charset="0" panose="020B0604020202020204"/>
              </a:rPr>
              <a:t>f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e</a:t>
            </a:r>
            <a:r>
              <a:rPr lang="en-US" sz="3200" b="1" strike="noStrike" spc="24">
                <a:solidFill>
                  <a:srgbClr val="E20512"/>
                </a:solidFill>
                <a:latin typeface="Arial" pitchFamily="34" charset="0" panose="020B0604020202020204"/>
              </a:rPr>
              <a:t>r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e</a:t>
            </a:r>
            <a:r>
              <a:rPr lang="en-US" sz="3200" b="1" strike="noStrike" spc="-7">
                <a:solidFill>
                  <a:srgbClr val="E20512"/>
                </a:solidFill>
                <a:latin typeface="Arial" pitchFamily="34" charset="0" panose="020B0604020202020204"/>
              </a:rPr>
              <a:t>n</a:t>
            </a:r>
            <a:r>
              <a:rPr lang="en-US" sz="3200" b="1" strike="noStrike" spc="12">
                <a:solidFill>
                  <a:srgbClr val="E20512"/>
                </a:solidFill>
                <a:latin typeface="Arial" pitchFamily="34" charset="0" panose="020B0604020202020204"/>
              </a:rPr>
              <a:t>ces</a:t>
            </a:r>
            <a:endParaRPr lang="en-US" sz="3200" b="0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8" name="object 4"/>
          <p:cNvSpPr txBox="1"/>
          <p:nvPr/>
        </p:nvSpPr>
        <p:spPr>
          <a:xfrm>
            <a:off x="106560" y="6674760"/>
            <a:ext cx="584640" cy="3988440"/>
          </a:xfrm>
          <a:prstGeom prst="rect">
            <a:avLst/>
          </a:prstGeom>
          <a:noFill/>
          <a:ln w="0">
            <a:noFill/>
          </a:ln>
        </p:spPr>
        <p:txBody>
          <a:bodyPr lIns="0" tIns="10800" rIns="0" bIns="0">
            <a:noAutofit/>
          </a:bodyPr>
          <a:lstStyle/>
          <a:p>
            <a:pPr marL="12600">
              <a:lnSpc>
                <a:spcPct val="100000"/>
              </a:lnSpc>
              <a:spcBef>
                <a:spcPts val="85"/>
              </a:spcBef>
            </a:pPr>
            <a:r>
              <a:rPr lang="en-US" sz="800" b="0" strike="noStrike" spc="12">
                <a:solidFill>
                  <a:srgbClr val="000000"/>
                </a:solidFill>
                <a:latin typeface="Calibri"/>
              </a:rPr>
              <a:t>Confidential.</a:t>
            </a:r>
            <a:endParaRPr lang="en-US" sz="800" b="0" strike="noStrike">
              <a:latin typeface="Times New Roman"/>
            </a:endParaRPr>
          </a:p>
        </p:txBody>
      </p:sp>
      <p:sp>
        <p:nvSpPr>
          <p:cNvPr id="489" name="object 3"/>
          <p:cNvSpPr/>
          <p:nvPr/>
        </p:nvSpPr>
        <p:spPr>
          <a:xfrm>
            <a:off x="916200" y="990720"/>
            <a:ext cx="7632360" cy="62645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108000" rIns="0" bIns="0" anchor="t">
            <a:spAutoFit/>
          </a:bodyPr>
          <a:lstStyle/>
          <a:p>
            <a:pPr marL="12065">
              <a:spcBef>
                <a:spcPts val="850"/>
              </a:spcBef>
            </a:pPr>
            <a:r>
              <a:rPr lang="en-US" sz="1600" b="0" strike="noStrike" spc="24" dirty="0">
                <a:solidFill>
                  <a:srgbClr val="313131"/>
                </a:solidFill>
                <a:latin typeface="Arial" pitchFamily="34" charset="0" panose="020B0604020202020204"/>
              </a:rPr>
              <a:t>Request:</a:t>
            </a:r>
            <a:r>
              <a:rPr lang="en-US" sz="1600" spc="-157" dirty="0">
                <a:solidFill>
                  <a:srgbClr val="313131"/>
                </a:solidFill>
                <a:latin typeface="Arial" pitchFamily="34" charset="0" panose="020B0604020202020204"/>
              </a:rPr>
              <a:t> </a:t>
            </a:r>
            <a:endParaRPr lang="en-US" sz="1600" b="0" strike="noStrike" dirty="0">
              <a:latin typeface="Arial" pitchFamily="34" charset="0" panose="020B0604020202020204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u="heavy" strike="noStrike" spc="-7" dirty="0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 pitchFamily="34" charset="0" panose="020B0604020202020204"/>
                <a:hlinkClick r:id="rId1"/>
              </a:rPr>
              <a:t>https://restsharp.dev/intro.html#getting-started</a:t>
            </a:r>
            <a:endParaRPr lang="en-US" sz="1600" b="0" strike="noStrike" dirty="0">
              <a:latin typeface="Arial" pitchFamily="34" charset="0" panose="020B0604020202020204"/>
            </a:endParaRPr>
          </a:p>
          <a:p>
            <a:pPr marL="12065">
              <a:spcBef>
                <a:spcPts val="850"/>
              </a:spcBef>
            </a:pPr>
            <a:r>
              <a:rPr lang="en-US" sz="1600" b="0" strike="noStrike" spc="12" dirty="0">
                <a:solidFill>
                  <a:srgbClr val="313131"/>
                </a:solidFill>
                <a:latin typeface="Arial" pitchFamily="34" charset="0" panose="020B0604020202020204"/>
              </a:rPr>
              <a:t>Reporter: </a:t>
            </a:r>
            <a:r>
              <a:rPr lang="de-DE" sz="1600" b="0" u="heavy" strike="noStrike" spc="-7" dirty="0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 pitchFamily="34" charset="0" panose="020B0604020202020204"/>
                <a:hlinkClick r:id="rId2"/>
              </a:rPr>
              <a:t>https://www.extentreports.com/docs/versions/4/net/index.html</a:t>
            </a:r>
            <a:r>
              <a:rPr lang="de-DE" sz="1600" u="heavy" spc="-7" dirty="0">
                <a:solidFill>
                  <a:srgbClr val="E20512"/>
                </a:solidFill>
                <a:uFill>
                  <a:solidFill>
                    <a:srgbClr val="E20512"/>
                  </a:solidFill>
                </a:uFill>
                <a:latin typeface="Arial" pitchFamily="34" charset="0" panose="020B0604020202020204"/>
              </a:rPr>
              <a:t> </a:t>
            </a:r>
            <a:endParaRPr lang="en-US" sz="1600" b="0" strike="noStrike" dirty="0">
              <a:latin typeface="Arial" pitchFamily="34" charset="0" panose="020B0604020202020204"/>
            </a:endParaRPr>
          </a:p>
          <a:p>
            <a:pPr marL="12065">
              <a:spcBef>
                <a:spcPts val="850"/>
              </a:spcBef>
            </a:pPr>
            <a:r>
              <a:rPr lang="de-DE" sz="1600" b="0" strike="noStrike" spc="4" dirty="0">
                <a:solidFill>
                  <a:srgbClr val="313131"/>
                </a:solidFill>
                <a:latin typeface="Arial" pitchFamily="34" charset="0" panose="020B0604020202020204"/>
              </a:rPr>
              <a:t>JSON </a:t>
            </a:r>
            <a:r>
              <a:rPr lang="de-DE" sz="1600" b="0" strike="noStrike" spc="9" dirty="0">
                <a:solidFill>
                  <a:srgbClr val="313131"/>
                </a:solidFill>
                <a:latin typeface="Arial" pitchFamily="34" charset="0" panose="020B0604020202020204"/>
              </a:rPr>
              <a:t>Schema:</a:t>
            </a:r>
            <a:r>
              <a:rPr lang="de-DE" sz="1600" spc="-160" dirty="0">
                <a:solidFill>
                  <a:srgbClr val="313131"/>
                </a:solidFill>
                <a:latin typeface="Arial" pitchFamily="34" charset="0" panose="020B0604020202020204"/>
              </a:rPr>
              <a:t> </a:t>
            </a:r>
            <a:endParaRPr lang="en-US" sz="1600" b="0" strike="noStrike" dirty="0">
              <a:latin typeface="Arial" pitchFamily="34" charset="0" panose="020B0604020202020204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u="heavy" strike="noStrike" spc="4" dirty="0">
                <a:solidFill>
                  <a:srgbClr val="E20512"/>
                </a:solidFill>
                <a:uFill>
                  <a:solidFill>
                    <a:srgbClr val="E20512"/>
                  </a:solidFill>
                </a:uFill>
                <a:latin typeface="Arial" pitchFamily="34" charset="0" panose="020B0604020202020204"/>
              </a:rPr>
              <a:t>https://www.jsonschema.net/app/schemas/0</a:t>
            </a:r>
            <a:endParaRPr lang="en-US" sz="1600" b="0" strike="noStrike" dirty="0">
              <a:latin typeface="Arial" pitchFamily="34" charset="0" panose="020B0604020202020204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u="sng" strike="noStrike" dirty="0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 pitchFamily="34" charset="0" panose="020B0604020202020204"/>
                <a:hlinkClick r:id="rId3"/>
              </a:rPr>
              <a:t>http://json-schema.org/understanding-json-schema/</a:t>
            </a:r>
            <a:endParaRPr lang="en-US" sz="1600" b="0" strike="noStrike" dirty="0">
              <a:latin typeface="Arial" pitchFamily="34" charset="0" panose="020B0604020202020204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strike="noStrike" dirty="0">
                <a:solidFill>
                  <a:srgbClr val="000000"/>
                </a:solidFill>
                <a:latin typeface="Arial" pitchFamily="34" charset="0" panose="020B0604020202020204"/>
              </a:rPr>
              <a:t>Postman:</a:t>
            </a:r>
            <a:endParaRPr lang="en-US" sz="1600" b="0" strike="noStrike" dirty="0">
              <a:latin typeface="Arial" pitchFamily="34" charset="0" panose="020B0604020202020204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u="sng" strike="noStrike" dirty="0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 pitchFamily="34" charset="0" panose="020B0604020202020204"/>
                <a:hlinkClick r:id="rId4"/>
              </a:rPr>
              <a:t>https://learning.postman.com/docs/getting-started/introduction/</a:t>
            </a:r>
            <a:endParaRPr lang="en-US" sz="1600" b="0" strike="noStrike" dirty="0">
              <a:latin typeface="Arial" pitchFamily="34" charset="0" panose="020B0604020202020204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de-DE" sz="1600" b="0" strike="noStrike" err="1">
                <a:solidFill>
                  <a:srgbClr val="000000"/>
                </a:solidFill>
                <a:latin typeface="Arial" pitchFamily="34" charset="0" panose="020B0604020202020204"/>
              </a:rPr>
              <a:t>Fluent</a:t>
            </a:r>
            <a:r>
              <a:rPr lang="de-DE" sz="1600" b="0" strike="noStrike" dirty="0">
                <a:solidFill>
                  <a:srgbClr val="000000"/>
                </a:solidFill>
                <a:latin typeface="Arial" pitchFamily="34" charset="0" panose="020B0604020202020204"/>
              </a:rPr>
              <a:t> Assertion:</a:t>
            </a:r>
            <a:endParaRPr lang="en-US" sz="1600" b="0" strike="noStrike" dirty="0">
              <a:latin typeface="Arial" pitchFamily="34" charset="0" panose="020B0604020202020204"/>
            </a:endParaRPr>
          </a:p>
          <a:p>
            <a:pPr marL="12065">
              <a:spcBef>
                <a:spcPts val="850"/>
              </a:spcBef>
            </a:pPr>
            <a:r>
              <a:rPr lang="de-DE" sz="1600" b="0" u="sng" strike="noStrike" dirty="0">
                <a:solidFill>
                  <a:srgbClr val="0000FF"/>
                </a:solidFill>
                <a:uFill>
                  <a:solidFill>
                    <a:srgbClr val="E20512"/>
                  </a:solidFill>
                </a:uFill>
                <a:latin typeface="Arial" pitchFamily="34" charset="0" panose="020B0604020202020204"/>
                <a:hlinkClick r:id="rId5"/>
              </a:rPr>
              <a:t>https://methodpoet.com/fluent-assertions/</a:t>
            </a:r>
            <a:endParaRPr lang="de-DE" sz="1600" b="0" u="sng" strike="noStrike">
              <a:uFill>
                <a:solidFill>
                  <a:srgbClr val="E20512"/>
                </a:solidFill>
              </a:uFill>
              <a:latin typeface="Arial" pitchFamily="34" charset="0" panose="020B0604020202020204"/>
            </a:endParaRPr>
          </a:p>
          <a:p>
            <a:pPr marL="12065">
              <a:spcBef>
                <a:spcPts val="850"/>
              </a:spcBef>
            </a:pPr>
            <a:r>
              <a:rPr lang="en-US" sz="1600" dirty="0">
                <a:latin typeface="Arial" pitchFamily="34" charset="0" panose="020B0604020202020204"/>
              </a:rPr>
              <a:t>Json Object:</a:t>
            </a:r>
          </a:p>
          <a:p>
            <a:pPr marL="12065">
              <a:spcBef>
                <a:spcPts val="850"/>
              </a:spcBef>
            </a:pPr>
            <a:r>
              <a:rPr lang="en-US" sz="1600" dirty="0">
                <a:ea typeface="+mn-lt"/>
                <a:cs typeface="+mn-lt"/>
                <a:hlinkClick r:id="rId6"/>
              </a:rPr>
              <a:t>https://json2csharp.com/</a:t>
            </a:r>
            <a:endParaRPr lang="en-US" sz="1600">
              <a:ea typeface="+mn-lt"/>
              <a:cs typeface="+mn-lt"/>
            </a:endParaRPr>
          </a:p>
          <a:p>
            <a:pPr marL="12065">
              <a:lnSpc>
                <a:spcPct val="100000"/>
              </a:lnSpc>
              <a:spcBef>
                <a:spcPts val="850"/>
              </a:spcBef>
            </a:pPr>
            <a:r>
              <a:rPr lang="en-US" sz="1600" err="1">
                <a:ea typeface="+mn-lt"/>
                <a:cs typeface="+mn-lt"/>
              </a:rPr>
              <a:t>Nuget</a:t>
            </a:r>
            <a:r>
              <a:rPr lang="en-US" sz="1600">
                <a:ea typeface="+mn-lt"/>
                <a:cs typeface="+mn-lt"/>
              </a:rPr>
              <a:t>:</a:t>
            </a:r>
            <a:endParaRPr lang="en-US" sz="2000" b="0" strike="noStrike" dirty="0">
              <a:ea typeface="+mn-lt"/>
              <a:cs typeface="+mn-lt"/>
            </a:endParaRPr>
          </a:p>
          <a:p>
            <a:pPr marL="12065">
              <a:spcBef>
                <a:spcPts val="850"/>
              </a:spcBef>
            </a:pPr>
            <a:r>
              <a:rPr lang="en-US" sz="1600" dirty="0">
                <a:ea typeface="+mn-lt"/>
                <a:cs typeface="+mn-lt"/>
                <a:hlinkClick r:id="rId7"/>
              </a:rPr>
              <a:t>https://www.nuget.org/packages/RestSharp</a:t>
            </a:r>
            <a:endParaRPr lang="en-US">
              <a:ea typeface="+mn-lt"/>
              <a:cs typeface="+mn-lt"/>
            </a:endParaRPr>
          </a:p>
          <a:p>
            <a:pPr marL="12065">
              <a:spcBef>
                <a:spcPts val="850"/>
              </a:spcBef>
            </a:pPr>
            <a:endParaRPr lang="en-US" sz="1600" dirty="0">
              <a:ea typeface="+mn-lt"/>
              <a:cs typeface="+mn-lt"/>
            </a:endParaRPr>
          </a:p>
          <a:p>
            <a:pPr marL="12065">
              <a:spcBef>
                <a:spcPts val="850"/>
              </a:spcBef>
            </a:pPr>
            <a:endParaRPr lang="en-US" sz="2000">
              <a:latin typeface="Arial" pitchFamily="34" charset="0" panose="020B0604020202020204"/>
            </a:endParaRPr>
          </a:p>
          <a:p>
            <a:pPr marL="12065">
              <a:spcBef>
                <a:spcPts val="850"/>
              </a:spcBef>
            </a:pPr>
            <a:endParaRPr lang="en-US" sz="2000">
              <a:latin typeface="Arial" pitchFamily="34" charset="0" panose="020B0604020202020204"/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Title 1"/>
          <p:cNvSpPr txBox="1"/>
          <p:nvPr/>
        </p:nvSpPr>
        <p:spPr>
          <a:xfrm>
            <a:off x="3684960" y="2641680"/>
            <a:ext cx="4183200" cy="8614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>
            <a:noAutofit/>
          </a:bodyPr>
          <a:lstStyle/>
          <a:p>
            <a:pPr>
              <a:lnSpc>
                <a:spcPct val="100000"/>
              </a:lnSpc>
            </a:pPr>
            <a:r>
              <a:rPr lang="en-US" sz="4000" b="0" strike="noStrike">
                <a:solidFill>
                  <a:srgbClr val="FFFFFF"/>
                </a:solidFill>
                <a:latin typeface="Arial" pitchFamily="34" charset="0" panose="020B0604020202020204"/>
              </a:rPr>
              <a:t>T</a:t>
            </a:r>
            <a:r>
              <a:rPr lang="x-none" sz="4000" b="0" strike="noStrike">
                <a:solidFill>
                  <a:srgbClr val="FFFFFF"/>
                </a:solidFill>
                <a:latin typeface="Arial" pitchFamily="34" charset="0" panose="020B0604020202020204"/>
              </a:rPr>
              <a:t>hank you</a:t>
            </a:r>
            <a:endParaRPr lang="en-US" sz="4000" b="0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2884</TotalTime>
  <Words>919</Words>
  <Application>Microsoft Office PowerPoint</Application>
  <PresentationFormat>Widescreen</PresentationFormat>
  <Paragraphs>246</Paragraphs>
  <Slides>51</Slides>
  <Notes>13</Notes>
  <HiddenSlides>0</HiddenSlides>
  <ScaleCrop>false</ScaleCrop>
  <HeadingPairs>
    <vt:vector size="4" baseType="variant">
      <vt:variant>
        <vt:lpstr>Theme</vt:lpstr>
      </vt:variant>
      <vt:variant>
        <vt:i4>7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What is API Testing?</vt:lpstr>
      <vt:lpstr>PowerPoint Presentation</vt:lpstr>
      <vt:lpstr>PowerPoint Presentation</vt:lpstr>
      <vt:lpstr>PowerPoint Presentation</vt:lpstr>
      <vt:lpstr>PowerPoint Presentation</vt:lpstr>
      <vt:lpstr> 2. Why we do API tests?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3. API test with RestSharp 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 Testing with  Cypress</dc:title>
  <dc:subject/>
  <dc:creator/>
  <dc:language>en-US</dc:language>
  <dc:description/>
  <cp:lastModifiedBy>Trường RaKee</cp:lastModifiedBy>
  <cp:revision>143</cp:revision>
  <dcterms:created xsi:type="dcterms:W3CDTF">2022-01-31T08:41:13Z</dcterms:created>
  <dcterms:modified xsi:type="dcterms:W3CDTF">2025-05-14T11:39:02Z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2021-11-18T00:00:00Z</vt:filetime>
  </property>
  <property fmtid="{D5CDD505-2E9C-101B-9397-08002B2CF9AE}" pid="3" name="LastSaved">
    <vt:filetime>2022-01-31T00:00:00Z</vt:filetime>
  </property>
  <property fmtid="{D5CDD505-2E9C-101B-9397-08002B2CF9AE}" pid="4" name="Notes">
    <vt:i4>13</vt:i4>
  </property>
  <property fmtid="{D5CDD505-2E9C-101B-9397-08002B2CF9AE}" pid="5" name="PresentationFormat">
    <vt:lpwstr>Widescreen</vt:lpwstr>
  </property>
  <property fmtid="{D5CDD505-2E9C-101B-9397-08002B2CF9AE}" pid="6" name="Slides">
    <vt:i4>46</vt:i4>
  </property>
</Properties>
</file>